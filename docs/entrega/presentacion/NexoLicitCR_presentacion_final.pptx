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6cfaf861344f83" /><Relationship Type="http://schemas.openxmlformats.org/officeDocument/2006/relationships/extended-properties" Target="/docProps/app.xml" Id="R2a8ac3e7561a4d06" /><Relationship Type="http://schemas.openxmlformats.org/officeDocument/2006/relationships/officeDocument" Target="/ppt/presentation.xml" Id="R0b697c40776444f3" /></Relationships>
</file>

<file path=ppt/presentation.xml><?xml version="1.0" encoding="utf-8"?>
<p:presentation xmlns:p="http://schemas.openxmlformats.org/presentationml/2006/main">
  <p:sldMasterIdLst>
    <p:sldMasterId xmlns:r="http://schemas.openxmlformats.org/officeDocument/2006/relationships" id="2147483648" r:id="R8f3903e5c5d0438c"/>
  </p:sldMasterIdLst>
  <p:notesMasterIdLst>
    <p:notesMasterId xmlns:r="http://schemas.openxmlformats.org/officeDocument/2006/relationships" r:id="Rbd188789482d4300"/>
  </p:notesMasterIdLst>
  <p:sldIdLst>
    <p:sldId xmlns:r="http://schemas.openxmlformats.org/officeDocument/2006/relationships" id="256" r:id="R63cc682bc0f041a6"/>
    <p:sldId xmlns:r="http://schemas.openxmlformats.org/officeDocument/2006/relationships" id="257" r:id="R71eb506c12744eba"/>
    <p:sldId xmlns:r="http://schemas.openxmlformats.org/officeDocument/2006/relationships" id="258" r:id="Rc3108b436e9244a3"/>
    <p:sldId xmlns:r="http://schemas.openxmlformats.org/officeDocument/2006/relationships" id="259" r:id="Recfb8015b6c840bc"/>
    <p:sldId xmlns:r="http://schemas.openxmlformats.org/officeDocument/2006/relationships" id="260" r:id="Rf7e1591da9b4483b"/>
    <p:sldId xmlns:r="http://schemas.openxmlformats.org/officeDocument/2006/relationships" id="261" r:id="R93f95be3aeb24f0f"/>
    <p:sldId xmlns:r="http://schemas.openxmlformats.org/officeDocument/2006/relationships" id="262" r:id="R32fdc909a98b4fe2"/>
    <p:sldId xmlns:r="http://schemas.openxmlformats.org/officeDocument/2006/relationships" id="263" r:id="Re07fd0551c794e83"/>
    <p:sldId xmlns:r="http://schemas.openxmlformats.org/officeDocument/2006/relationships" id="264" r:id="Rc03c2a1c3bcc4dba"/>
    <p:sldId xmlns:r="http://schemas.openxmlformats.org/officeDocument/2006/relationships" id="265" r:id="Rdcb1fe6a6bf04430"/>
    <p:sldId xmlns:r="http://schemas.openxmlformats.org/officeDocument/2006/relationships" id="266" r:id="Rfa0ac41859864af4"/>
    <p:sldId xmlns:r="http://schemas.openxmlformats.org/officeDocument/2006/relationships" id="267" r:id="R9a17d112c1a24d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0cc21fb722473c" /><Relationship Type="http://schemas.openxmlformats.org/officeDocument/2006/relationships/slideMaster" Target="/ppt/slideMasters/slideMaster1.xml" Id="R8f3903e5c5d0438c" /><Relationship Type="http://schemas.openxmlformats.org/officeDocument/2006/relationships/notesMaster" Target="/ppt/notesMasters/notesMaster1.xml" Id="Rbd188789482d4300" /><Relationship Type="http://schemas.openxmlformats.org/officeDocument/2006/relationships/presProps" Target="/ppt/presProps.xml" Id="Reeb39594d55a4632" /><Relationship Type="http://schemas.openxmlformats.org/officeDocument/2006/relationships/tableStyles" Target="/ppt/tableStyles.xml" Id="Rdac93ac821cf47d3" /><Relationship Type="http://schemas.openxmlformats.org/officeDocument/2006/relationships/slide" Target="/ppt/slides/slide1.xml" Id="R63cc682bc0f041a6" /><Relationship Type="http://schemas.openxmlformats.org/officeDocument/2006/relationships/slide" Target="/ppt/slides/slide2.xml" Id="R71eb506c12744eba" /><Relationship Type="http://schemas.openxmlformats.org/officeDocument/2006/relationships/slide" Target="/ppt/slides/slide3.xml" Id="Rc3108b436e9244a3" /><Relationship Type="http://schemas.openxmlformats.org/officeDocument/2006/relationships/slide" Target="/ppt/slides/slide4.xml" Id="Recfb8015b6c840bc" /><Relationship Type="http://schemas.openxmlformats.org/officeDocument/2006/relationships/slide" Target="/ppt/slides/slide5.xml" Id="Rf7e1591da9b4483b" /><Relationship Type="http://schemas.openxmlformats.org/officeDocument/2006/relationships/slide" Target="/ppt/slides/slide6.xml" Id="R93f95be3aeb24f0f" /><Relationship Type="http://schemas.openxmlformats.org/officeDocument/2006/relationships/slide" Target="/ppt/slides/slide7.xml" Id="R32fdc909a98b4fe2" /><Relationship Type="http://schemas.openxmlformats.org/officeDocument/2006/relationships/slide" Target="/ppt/slides/slide8.xml" Id="Re07fd0551c794e83" /><Relationship Type="http://schemas.openxmlformats.org/officeDocument/2006/relationships/slide" Target="/ppt/slides/slide9.xml" Id="Rc03c2a1c3bcc4dba" /><Relationship Type="http://schemas.openxmlformats.org/officeDocument/2006/relationships/slide" Target="/ppt/slides/slide10.xml" Id="Rdcb1fe6a6bf04430" /><Relationship Type="http://schemas.openxmlformats.org/officeDocument/2006/relationships/slide" Target="/ppt/slides/slide11.xml" Id="Rfa0ac41859864af4" /><Relationship Type="http://schemas.openxmlformats.org/officeDocument/2006/relationships/slide" Target="/ppt/slides/slide12.xml" Id="R9a17d112c1a24d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4cb2dd77544d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0cb986dfe84d21" /><Relationship Type="http://schemas.openxmlformats.org/officeDocument/2006/relationships/notesMaster" Target="/ppt/notesMasters/notesMaster1.xml" Id="Rcf191bf7cfcb43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18752bde824049" /><Relationship Type="http://schemas.openxmlformats.org/officeDocument/2006/relationships/notesMaster" Target="/ppt/notesMasters/notesMaster1.xml" Id="R93073be9957642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d730a1e98b4fec" /><Relationship Type="http://schemas.openxmlformats.org/officeDocument/2006/relationships/notesMaster" Target="/ppt/notesMasters/notesMaster1.xml" Id="R3ad530df6c7441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fe372ec69842fb" /><Relationship Type="http://schemas.openxmlformats.org/officeDocument/2006/relationships/notesMaster" Target="/ppt/notesMasters/notesMaster1.xml" Id="R3a436c3c5f474c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b0ff6f83fe4ffb" /><Relationship Type="http://schemas.openxmlformats.org/officeDocument/2006/relationships/notesMaster" Target="/ppt/notesMasters/notesMaster1.xml" Id="R49060b9f69ee4e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6559f437504aa3" /><Relationship Type="http://schemas.openxmlformats.org/officeDocument/2006/relationships/notesMaster" Target="/ppt/notesMasters/notesMaster1.xml" Id="R1a5407215c8c42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599b81e3da48a2" /><Relationship Type="http://schemas.openxmlformats.org/officeDocument/2006/relationships/notesMaster" Target="/ppt/notesMasters/notesMaster1.xml" Id="R32c8cc721c9145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0d55ba762e4140" /><Relationship Type="http://schemas.openxmlformats.org/officeDocument/2006/relationships/notesMaster" Target="/ppt/notesMasters/notesMaster1.xml" Id="R797d7d0f41f44d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88bc68928d4833" /><Relationship Type="http://schemas.openxmlformats.org/officeDocument/2006/relationships/notesMaster" Target="/ppt/notesMasters/notesMaster1.xml" Id="Rdf3109c529844c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576e13aa864642" /><Relationship Type="http://schemas.openxmlformats.org/officeDocument/2006/relationships/notesMaster" Target="/ppt/notesMasters/notesMaster1.xml" Id="R087a91c8004043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9bd1500acf4ec8" /><Relationship Type="http://schemas.openxmlformats.org/officeDocument/2006/relationships/notesMaster" Target="/ppt/notesMasters/notesMaster1.xml" Id="R1fe5ed09e38d4a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abec7e8eb945e7" /><Relationship Type="http://schemas.openxmlformats.org/officeDocument/2006/relationships/notesMaster" Target="/ppt/notesMasters/notesMaster1.xml" Id="Rb9eee93de9a14e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el proyecto como una herramienta para organizar la primera revisión de concursos públicos. La PYME ficticia Brújula TI sirve de hilo conductor. La promesa se limita a orientar la revisión con razones y conservar decisiones. Duración sugerida: 30 segundos.</a:t>
            </a:r>
          </a:p>
          <a:p xmlns:a="http://schemas.openxmlformats.org/drawingml/2006/main">
            <a:r>
              <a:t/>
            </a:r>
          </a:p>
          <a:p xmlns:a="http://schemas.openxmlformats.org/drawingml/2006/main">
            <a:r>
              <a:t>Fuentes del repositorio: README.md; docs/guia/00-vision-y-propuesta.md; docs/assets/nexolicitcr-logo.png.</a:t>
            </a:r>
          </a:p>
          <a:p xmlns:a="http://schemas.openxmlformats.org/drawingml/2006/main">
            <a:r>
              <a:t>Fecha editorial: 21 de octubre de 2026, Costa Rica. Escenario Brújula TI completamente ficticio.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que la revisión reúne capacidades de la empresa, metadatos de concursos, documentos y plazos. La persona necesita saber qué merece abrir y por qué. El proyecto plantea reducir esa revisión repetitiva, pero todavía no atribuye un ahorro de tiempo medido ni resultados comerciales. Una cuenta administradora controla una empresa por instalación. Duración sugerida: 50 segundos.</a:t>
            </a:r>
          </a:p>
          <a:p xmlns:a="http://schemas.openxmlformats.org/drawingml/2006/main">
            <a:r>
              <a:t/>
            </a:r>
          </a:p>
          <a:p xmlns:a="http://schemas.openxmlformats.org/drawingml/2006/main">
            <a:r>
              <a:t>Fuentes del repositorio: README.md; docs/guia/00-vision-y-propuesta.md; docs/architecture.md.</a:t>
            </a:r>
          </a:p>
          <a:p xmlns:a="http://schemas.openxmlformats.org/drawingml/2006/main">
            <a:r>
              <a:t>Fecha editorial: 21 de octubre de 2026, Costa Rica. Escenario Brújula TI completamente ficticio.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Mencionar además las sesiones persistentes, protección CSRF y cambios del catálogo con revisión de concurrencia. La afinidad y las sugerencias usan reglas deterministas. El histórico conserva ofertas presentadas, no adjudicaciones finales. La ingesta cubre el corpus guardado y consultas acotadas. Duración sugerida: 50 segundos.</a:t>
            </a:r>
          </a:p>
          <a:p xmlns:a="http://schemas.openxmlformats.org/drawingml/2006/main">
            <a:r>
              <a:t/>
            </a:r>
          </a:p>
          <a:p xmlns:a="http://schemas.openxmlformats.org/drawingml/2006/main">
            <a:r>
              <a:t>Fuentes del repositorio: README.md; docs/alcance-academico.md; docs/architecture.md; src/nexolicitcr/matching.py.</a:t>
            </a:r>
          </a:p>
          <a:p xmlns:a="http://schemas.openxmlformats.org/drawingml/2006/main">
            <a:r>
              <a:t>Fecha editorial: 21 de octubre de 2026, Costa Rica. Escenario Brújula TI completamente ficticio.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captura procede de la aplicación con datos ficticios de la demo. Mostrar que el perfil ayuda a proponer capacidades y que la persona confirma lo que realmente ofrece. El catálogo tiene su propia revisión y no debe perderse por sobrescrituras concurrentes. Enlazar la idea de capacidad comercial con términos y códigos que después usará el radar. Duración sugerida: 50 segundos.</a:t>
            </a:r>
          </a:p>
          <a:p xmlns:a="http://schemas.openxmlformats.org/drawingml/2006/main">
            <a:r>
              <a:t/>
            </a:r>
          </a:p>
          <a:p xmlns:a="http://schemas.openxmlformats.org/drawingml/2006/main">
            <a:r>
              <a:t>Fuentes del repositorio: docs/assets/demo/03-catalogo.png; docs/guided-discovery.md; src/nexolicitcr/storage.py; src/nexolicitcr/templates/catalog.html.</a:t>
            </a:r>
          </a:p>
          <a:p xmlns:a="http://schemas.openxmlformats.org/drawingml/2006/main">
            <a:r>
              <a:t>Fecha editorial: 21 de octubre de 2026, Costa Rica. Escenario Brújula TI completamente ficticio.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Abrir el concurso de redes de datos de la demo y señalar una razón visible. Los resultados derivan de reglas explícitas y versionadas. La afinidad no mide probabilidad de adjudicación ni acredita elegibilidad. Una consulta acotada tampoco demuestra cobertura de todo SICOP. El sistema conserva procedencia y estados desconocidos para que la persona pueda revisar. Duración sugerida: 60 segundos.</a:t>
            </a:r>
          </a:p>
          <a:p xmlns:a="http://schemas.openxmlformats.org/drawingml/2006/main">
            <a:r>
              <a:t/>
            </a:r>
          </a:p>
          <a:p xmlns:a="http://schemas.openxmlformats.org/drawingml/2006/main">
            <a:r>
              <a:t>Fuentes del repositorio: docs/assets/demo/04-radar.png; src/nexolicitcr/matching.py; docs/taxonomy.md; docs/source-validation.md.</a:t>
            </a:r>
          </a:p>
          <a:p xmlns:a="http://schemas.openxmlformats.org/drawingml/2006/main">
            <a:r>
              <a:t>Fecha editorial: 21 de octubre de 2026, Costa Rica. Escenario Brújula TI completamente ficticio.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Mostrar un anexo del escenario ficticio y su texto por página. El original reside en GridFS. La aplicación comprueba integridad y puede advertir extracción parcial. Luego explicar la acción de seguimiento que el video muestra: la colección decisions conserva la elección incluso si cambia el catálogo o se recalcula la afinidad. No equiparar texto extraído con comprensión completa del pliego. Duración sugerida: 60 segundos.</a:t>
            </a:r>
          </a:p>
          <a:p xmlns:a="http://schemas.openxmlformats.org/drawingml/2006/main">
            <a:r>
              <a:t/>
            </a:r>
          </a:p>
          <a:p xmlns:a="http://schemas.openxmlformats.org/drawingml/2006/main">
            <a:r>
              <a:t>Fuentes del repositorio: docs/assets/demo/06-documento.png; docs/assets/demo/07-seguimiento.png; src/nexolicitcr/documents.py; src/nexolicitcr/extractor.py; docs/architecture.md.</a:t>
            </a:r>
          </a:p>
          <a:p xmlns:a="http://schemas.openxmlformats.org/drawingml/2006/main">
            <a:r>
              <a:t>Fecha editorial: 21 de octubre de 2026, Costa Rica. Escenario Brújula TI completamente ficticio.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Recorrer el diagrama desde la interfaz. La aplicación consulta MongoDB como fuente de verdad y puede reutilizar un cálculo en Redis. El worker procesa trabajos persistidos y obtiene metadatos y documentos desde la fuente. GridFS forma parte del almacenamiento MongoDB, aunque aparece como responsabilidad separada para explicar los binarios. Redis resulta opcional. INSTALLATION_ID separa trabajos y caché, pero no convierte una base compartida en un servicio multiempresa. Duración sugerida: 70 segundos.</a:t>
            </a:r>
          </a:p>
          <a:p xmlns:a="http://schemas.openxmlformats.org/drawingml/2006/main">
            <a:r>
              <a:t/>
            </a:r>
          </a:p>
          <a:p xmlns:a="http://schemas.openxmlformats.org/drawingml/2006/main">
            <a:r>
              <a:t>Fuentes del repositorio: docs/architecture.md; src/nexolicitcr/web.py; src/nexolicitcr/jobs.py; src/nexolicitcr/storage.py; src/nexolicitcr/cache.py.</a:t>
            </a:r>
          </a:p>
          <a:p xmlns:a="http://schemas.openxmlformats.org/drawingml/2006/main">
            <a:r>
              <a:t>Fecha editorial: 21 de octubre de 2026, Costa Rica. Escenario Brújula TI completamente ficticio.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Relacionar esta decisión con una necesidad humana: poder saber qué cambió sin dejar un estado vigente separado de su historial. MongoDB requiere un replica set o Atlas para estas transacciones. Los importes decimales se serializan como texto y las fechas desconocidas permanecen explícitas. El catálogo usa una revisión monotónica y las decisiones persisten en su propia colección. Los binarios se cargan antes de publicar su referencia y el sistema dispone de diagnóstico de huérfanos. Duración sugerida: 65 segundos.</a:t>
            </a:r>
          </a:p>
          <a:p xmlns:a="http://schemas.openxmlformats.org/drawingml/2006/main">
            <a:r>
              <a:t/>
            </a:r>
          </a:p>
          <a:p xmlns:a="http://schemas.openxmlformats.org/drawingml/2006/main">
            <a:r>
              <a:t>Fuentes del repositorio: docs/architecture.md; src/nexolicitcr/storage.py; src/nexolicitcr/ingestion.py; tests/test_atlas_integration.py.</a:t>
            </a:r>
          </a:p>
          <a:p xmlns:a="http://schemas.openxmlformats.org/drawingml/2006/main">
            <a:r>
              <a:t>Fecha editorial: 21 de octubre de 2026, Costa Rica. Escenario Brújula TI completamente ficticio.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pantalla de actividad muestra alcance y estado de las consultas. Los checkpoints preservan avance y los tokens del lease impiden que un worker vencido publique. HTTP 429 provoca una pausa de la fuente y las consultas fallidas o canceladas pueden reanudarse con sus límites. La caché usa revisión del catálogo, reglas y generación del corpus para invalidación. Las decisiones y los cierres se comprueban al responder. El video muestra estados preparados de demo y no fuerza caídas de infraestructura. Duración sugerida: 60 segundos.</a:t>
            </a:r>
          </a:p>
          <a:p xmlns:a="http://schemas.openxmlformats.org/drawingml/2006/main">
            <a:r>
              <a:t/>
            </a:r>
          </a:p>
          <a:p xmlns:a="http://schemas.openxmlformats.org/drawingml/2006/main">
            <a:r>
              <a:t>Fuentes del repositorio: docs/assets/demo/08-actividad.png; docs/operations.md; src/nexolicitcr/jobs.py; src/nexolicitcr/cache.py; tests/test_worker_recovery_integration.py.</a:t>
            </a:r>
          </a:p>
          <a:p xmlns:a="http://schemas.openxmlformats.org/drawingml/2006/main">
            <a:r>
              <a:t>Fecha editorial: 21 de octubre de 2026, Costa Rica. Escenario Brújula TI completamente ficticio.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revisión actual del 21 de octubre de 2026 ejecutó pytest con la selección not integration: 365 aprobadas y 9 deseleccionadas. Las 9 pruebas nativas contra Atlas proceden del informe histórico del 18 de octubre de 2026. Ese informe registra además 8 pruebas dentro de Docker y una comprobación de fallback con Redis real. Las dos ejecuciones tienen fechas y entornos distintos. Ninguna constituye una medición del rendimiento de producción. El microbenchmark disponible usa datos sintéticos y un doble de caché en memoria, por eso la presentación no promete latencias de producción. Las pruebas no miden la precisión comercial del matching ni el ahorro de tiempo para empresas. Duración sugerida: 60 segundos.</a:t>
            </a:r>
          </a:p>
          <a:p xmlns:a="http://schemas.openxmlformats.org/drawingml/2006/main">
            <a:r>
              <a:t/>
            </a:r>
          </a:p>
          <a:p xmlns:a="http://schemas.openxmlformats.org/drawingml/2006/main">
            <a:r>
              <a:t>Fuentes del repositorio: Ejecución de pytest -m not integration, 21/10/2026; docs/validacion/docker-atlas.md; docs/validacion/README.md; docs/benchmarks/matching-academic.json.</a:t>
            </a:r>
          </a:p>
          <a:p xmlns:a="http://schemas.openxmlformats.org/drawingml/2006/main">
            <a:r>
              <a:t>Fecha editorial: 21 de octubre de 2026, Costa Rica. Escenario Brújula TI completamente ficticio.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prioridades son propuestas posteriores a v0.9.0 y no compromisos ya implementados. La siguiente evidencia de producto debe incluir tareas observadas con empresas y un protocolo de relevancia. Ampliar formatos requiere límites de recursos y regresiones. Antes de comparables económicos hace falta validar una fuente de adjudicaciones por línea. Una evolución multiempresa necesita un diseño explícito de usuarios y aislamiento. Duración sugerida: 50 segundos.</a:t>
            </a:r>
          </a:p>
          <a:p xmlns:a="http://schemas.openxmlformats.org/drawingml/2006/main">
            <a:r>
              <a:t/>
            </a:r>
          </a:p>
          <a:p xmlns:a="http://schemas.openxmlformats.org/drawingml/2006/main">
            <a:r>
              <a:t>Fuentes del repositorio: docs/guia/04-evolucion-y-evaluacion.md; docs/guided-discovery.md; docs/alcance-academico.md.</a:t>
            </a:r>
          </a:p>
          <a:p xmlns:a="http://schemas.openxmlformats.org/drawingml/2006/main">
            <a:r>
              <a:t>Fecha editorial: 21 de octubre de 2026, Costa Rica. Escenario Brújula TI completamente ficticio.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Reproducir el video de la entrega, de 3 a 5 minutos, desde su carpeta local. El escenario y sus instituciones son ficticios. La demo usa una cuenta propia y una base exclusiva. Al cerrar, recordar el hilo completo: la empresa confirma su oferta, revisa una razón, abre evidencia y conserva la decisión. El repositorio incluye instrucciones para repetir el escenario. Reservar preguntas sobre transacciones, recuperación y límites de la fuente. Duración hablada sugerida: 25 segundos, además del video.</a:t>
            </a:r>
          </a:p>
          <a:p xmlns:a="http://schemas.openxmlformats.org/drawingml/2006/main">
            <a:r>
              <a:t/>
            </a:r>
          </a:p>
          <a:p xmlns:a="http://schemas.openxmlformats.org/drawingml/2006/main">
            <a:r>
              <a:t>Fuentes del repositorio: README.md; docs/entrega/demo/; docs/architecture.md.</a:t>
            </a:r>
          </a:p>
          <a:p xmlns:a="http://schemas.openxmlformats.org/drawingml/2006/main">
            <a:r>
              <a:t>Fecha editorial: 21 de octubre de 2026, Costa Rica. Escenario Brújula TI completamente ficticio.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325b3d69974a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64e2e8812be459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1f5280d89d947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e3137f258443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6dd97e47e54e4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cc2327826340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93BE0C-9CA9-4FF1-93D9-55FB2B1029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F3CF10E-F258-4470-A21F-219302BEF9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ACC13FA-91C7-4B02-B867-59C4C9061AB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98625C-0612-4027-B4ED-C18C2D5537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82514AA-3C77-4C46-B0BB-0ABAAAE879D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C623DA-9930-431B-894C-435F96FE0D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5B3CB3-B28C-4209-94A9-E60E5D1D2C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5FDC22-7337-41E6-A5BF-5E5BF498650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BC3CFB-86B0-477D-920D-28F054CCA8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12928C-6015-4DD0-BFA2-C1C70FDC838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8618ea3e6a4a65" /><Relationship Type="http://schemas.openxmlformats.org/officeDocument/2006/relationships/slideLayout" Target="/ppt/slideLayouts/slideLayout1.xml" Id="Raad530af89804b3d" /><Relationship Type="http://schemas.openxmlformats.org/officeDocument/2006/relationships/slideLayout" Target="/ppt/slideLayouts/slideLayout2.xml" Id="R06a6c7af199d4034" /><Relationship Type="http://schemas.openxmlformats.org/officeDocument/2006/relationships/slideLayout" Target="/ppt/slideLayouts/slideLayout3.xml" Id="R51db901119b44d6e" /><Relationship Type="http://schemas.openxmlformats.org/officeDocument/2006/relationships/slideLayout" Target="/ppt/slideLayouts/slideLayout4.xml" Id="R76fb0901b81f4da1" /><Relationship Type="http://schemas.openxmlformats.org/officeDocument/2006/relationships/slideLayout" Target="/ppt/slideLayouts/slideLayout5.xml" Id="R9c56da4d53ca4a93" /><Relationship Type="http://schemas.openxmlformats.org/officeDocument/2006/relationships/slideLayout" Target="/ppt/slideLayouts/slideLayout6.xml" Id="Rac14db67bede48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d530af89804b3d"/>
    <p:sldLayoutId xmlns:r="http://schemas.openxmlformats.org/officeDocument/2006/relationships" id="2147483650" r:id="R06a6c7af199d4034"/>
    <p:sldLayoutId xmlns:r="http://schemas.openxmlformats.org/officeDocument/2006/relationships" id="2147483651" r:id="R51db901119b44d6e"/>
    <p:sldLayoutId xmlns:r="http://schemas.openxmlformats.org/officeDocument/2006/relationships" id="2147483652" r:id="R76fb0901b81f4da1"/>
    <p:sldLayoutId xmlns:r="http://schemas.openxmlformats.org/officeDocument/2006/relationships" id="2147483653" r:id="R9c56da4d53ca4a93"/>
    <p:sldLayoutId xmlns:r="http://schemas.openxmlformats.org/officeDocument/2006/relationships" id="2147483654" r:id="Rac14db67bede48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14752631fb4f8d" /><Relationship Type="http://schemas.openxmlformats.org/officeDocument/2006/relationships/image" Target="/ppt/media/image.png" Id="R67f11225979144a5" /><Relationship Type="http://schemas.openxmlformats.org/officeDocument/2006/relationships/notesSlide" Target="/ppt/notesSlides/notesSlide1.xml" Id="R8f41814f99c347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c0f00327074892" /><Relationship Type="http://schemas.openxmlformats.org/officeDocument/2006/relationships/notesSlide" Target="/ppt/notesSlides/notesSlide2.xml" Id="R46b289bdf6264c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b39b1f7c5f4ed9" /><Relationship Type="http://schemas.openxmlformats.org/officeDocument/2006/relationships/notesSlide" Target="/ppt/notesSlides/notesSlide3.xml" Id="Reab14dc2c3f847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ec6eb8b58043e6" /><Relationship Type="http://schemas.openxmlformats.org/officeDocument/2006/relationships/image" Target="/ppt/media/image2.png" Id="Rce4cf815a6bb4277" /><Relationship Type="http://schemas.openxmlformats.org/officeDocument/2006/relationships/notesSlide" Target="/ppt/notesSlides/notesSlide4.xml" Id="Rb68823c722c545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4363150e22407d" /><Relationship Type="http://schemas.openxmlformats.org/officeDocument/2006/relationships/image" Target="/ppt/media/image3.png" Id="R040e86407b874b1e" /><Relationship Type="http://schemas.openxmlformats.org/officeDocument/2006/relationships/notesSlide" Target="/ppt/notesSlides/notesSlide5.xml" Id="R895e762ffa384f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f5cef3ab5524a8e" /><Relationship Type="http://schemas.openxmlformats.org/officeDocument/2006/relationships/image" Target="/ppt/media/image4.png" Id="R99a8f27af78a48e3" /><Relationship Type="http://schemas.openxmlformats.org/officeDocument/2006/relationships/notesSlide" Target="/ppt/notesSlides/notesSlide6.xml" Id="Rf071affdb0b24a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e5e8aef423b4e69" /><Relationship Type="http://schemas.openxmlformats.org/officeDocument/2006/relationships/notesSlide" Target="/ppt/notesSlides/notesSlide7.xml" Id="Rab6ad69a50164e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5dc590128fb4af5" /><Relationship Type="http://schemas.openxmlformats.org/officeDocument/2006/relationships/notesSlide" Target="/ppt/notesSlides/notesSlide8.xml" Id="Rf76e525db03146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0db70422fb947f8" /><Relationship Type="http://schemas.openxmlformats.org/officeDocument/2006/relationships/image" Target="/ppt/media/image5.png" Id="R0fa63254aeec428f" /><Relationship Type="http://schemas.openxmlformats.org/officeDocument/2006/relationships/notesSlide" Target="/ppt/notesSlides/notesSlide9.xml" Id="R4761c4a99fda46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32a17f27ca94c28" /><Relationship Type="http://schemas.openxmlformats.org/officeDocument/2006/relationships/notesSlide" Target="/ppt/notesSlides/notesSlide10.xml" Id="R168a2c93ae1144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d90103180b0453a" /><Relationship Type="http://schemas.openxmlformats.org/officeDocument/2006/relationships/notesSlide" Target="/ppt/notesSlides/notesSlide11.xml" Id="R7a447ae16c5346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ce203f976604d73" /><Relationship Type="http://schemas.openxmlformats.org/officeDocument/2006/relationships/hyperlink" Target="https://github.com/EstebanS3/NexoLicitCR" TargetMode="External" Id="R7ef62c83356740e9" /><Relationship Type="http://schemas.openxmlformats.org/officeDocument/2006/relationships/hyperlink" Target="../demo/NexoLicitCR_demo.mp4" TargetMode="External" Id="R6bde2ecc9cf24b4c" /><Relationship Type="http://schemas.openxmlformats.org/officeDocument/2006/relationships/notesSlide" Target="/ppt/notesSlides/notesSlide12.xml" Id="R0f17c7b9d5cf461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4C204BB3-C925-4BCF-AD42-27C114CD3CAE}"/>
              </a:ext>
            </a:extLst>
          </p:cNvPr>
          <p:cNvSpPr>
            <a:spLocks xmlns:a="http://schemas.openxmlformats.org/drawingml/2006/main" noGrp="1"/>
          </p:cNvSpPr>
          <p:nvPr/>
        </p:nvSpPr>
        <p:spPr>
          <a:xfrm xmlns:a="http://schemas.openxmlformats.org/drawingml/2006/main">
            <a:off x="609600" y="6419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57078"/>
                </a:solidFill>
                <a:latin typeface="Arial"/>
                <a:ea typeface="Arial"/>
                <a:cs typeface="Arial"/>
              </a:defRPr>
            </a:defPPr>
            <a:lvl1pPr algn="r">
              <a:defRPr sz="1125" b="0">
                <a:solidFill>
                  <a:srgbClr val="557078"/>
                </a:solidFill>
                <a:latin typeface="Arial"/>
                <a:ea typeface="Arial"/>
                <a:cs typeface="Arial"/>
              </a:defRPr>
            </a:lvl1pPr>
            <a:lvl2pPr algn="r">
              <a:defRPr sz="1125" b="0">
                <a:solidFill>
                  <a:srgbClr val="557078"/>
                </a:solidFill>
                <a:latin typeface="Arial"/>
                <a:ea typeface="Arial"/>
                <a:cs typeface="Arial"/>
              </a:defRPr>
            </a:lvl2pPr>
            <a:lvl3pPr algn="r">
              <a:defRPr sz="1125" b="0">
                <a:solidFill>
                  <a:srgbClr val="557078"/>
                </a:solidFill>
                <a:latin typeface="Arial"/>
                <a:ea typeface="Arial"/>
                <a:cs typeface="Arial"/>
              </a:defRPr>
            </a:lvl3pPr>
            <a:lvl4pPr algn="r">
              <a:defRPr sz="1125" b="0">
                <a:solidFill>
                  <a:srgbClr val="557078"/>
                </a:solidFill>
                <a:latin typeface="Arial"/>
                <a:ea typeface="Arial"/>
                <a:cs typeface="Arial"/>
              </a:defRPr>
            </a:lvl4pPr>
            <a:lvl5pPr algn="r">
              <a:defRPr sz="1125" b="0">
                <a:solidFill>
                  <a:srgbClr val="557078"/>
                </a:solidFill>
                <a:latin typeface="Arial"/>
                <a:ea typeface="Arial"/>
                <a:cs typeface="Arial"/>
              </a:defRPr>
            </a:lvl5pPr>
            <a:lvl6pPr algn="r">
              <a:defRPr sz="1125" b="0">
                <a:solidFill>
                  <a:srgbClr val="557078"/>
                </a:solidFill>
                <a:latin typeface="Arial"/>
                <a:ea typeface="Arial"/>
                <a:cs typeface="Arial"/>
              </a:defRPr>
            </a:lvl6pPr>
            <a:lvl7pPr algn="r">
              <a:defRPr sz="1125" b="0">
                <a:solidFill>
                  <a:srgbClr val="557078"/>
                </a:solidFill>
                <a:latin typeface="Arial"/>
                <a:ea typeface="Arial"/>
                <a:cs typeface="Arial"/>
              </a:defRPr>
            </a:lvl7pPr>
            <a:lvl8pPr algn="r">
              <a:defRPr sz="1125" b="0">
                <a:solidFill>
                  <a:srgbClr val="557078"/>
                </a:solidFill>
                <a:latin typeface="Arial"/>
                <a:ea typeface="Arial"/>
                <a:cs typeface="Arial"/>
              </a:defRPr>
            </a:lvl8pPr>
            <a:lvl9pPr algn="r">
              <a:defRPr sz="1125" b="0">
                <a:solidFill>
                  <a:srgbClr val="557078"/>
                </a:solidFill>
                <a:latin typeface="Arial"/>
                <a:ea typeface="Arial"/>
                <a:cs typeface="Arial"/>
              </a:defRPr>
            </a:lvl9pPr>
          </a:lstStyle>
          <a:p xmlns:a="http://schemas.openxmlformats.org/drawingml/2006/main">
            <a:pPr algn="r">
              <a:defRPr sz="1125" b="0">
                <a:solidFill>
                  <a:srgbClr val="557078"/>
                </a:solidFill>
                <a:latin typeface="Arial"/>
                <a:ea typeface="Arial"/>
                <a:cs typeface="Arial"/>
              </a:defRPr>
            </a:pPr>
            <a:r>
              <a:rPr sz="1125" b="0">
                <a:solidFill>
                  <a:srgbClr val="557078"/>
                </a:solidFill>
                <a:latin typeface="Arial"/>
                <a:ea typeface="Arial"/>
                <a:cs typeface="Arial"/>
              </a:rPr>
              <a:t>Borrador v0.9.0   /   01</a:t>
            </a:r>
          </a:p>
        </p:txBody>
      </p:sp>
      <p:pic>
        <p:nvPicPr>
          <p:cNvPr id="2" name="">
            <a:extLst xmlns:a="http://schemas.openxmlformats.org/drawingml/2006/main">
              <a:ext uri="{FF2B5EF4-FFF2-40B4-BE49-F238E27FC236}">
                <a16:creationId xmlns:a16="http://schemas.microsoft.com/office/drawing/2014/main" id="{981BB511-7C95-4F73-8C1B-AA6CF70C6586}"/>
              </a:ext>
            </a:extLst>
          </p:cNvPr>
          <p:cNvPicPr>
            <a:picLocks xmlns:a="http://schemas.openxmlformats.org/drawingml/2006/main" noChangeAspect="1"/>
          </p:cNvPicPr>
          <p:nvPr/>
        </p:nvPicPr>
        <p:blipFill>
          <a:blip xmlns:r="http://schemas.openxmlformats.org/officeDocument/2006/relationships" xmlns:a="http://schemas.openxmlformats.org/drawingml/2006/main" r:embed="R67f11225979144a5"/>
          <a:stretch xmlns:a="http://schemas.openxmlformats.org/drawingml/2006/main"/>
        </p:blipFill>
        <p:spPr>
          <a:xfrm xmlns:a="http://schemas.openxmlformats.org/drawingml/2006/main">
            <a:off x="809625" y="1200150"/>
            <a:ext cx="10572750" cy="352425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B8EB37DA-54D2-4DEE-93A3-81283CD43267}"/>
              </a:ext>
            </a:extLst>
          </p:cNvPr>
          <p:cNvSpPr>
            <a:spLocks xmlns:a="http://schemas.openxmlformats.org/drawingml/2006/main" noGrp="1"/>
          </p:cNvSpPr>
          <p:nvPr/>
        </p:nvSpPr>
        <p:spPr>
          <a:xfrm xmlns:a="http://schemas.openxmlformats.org/drawingml/2006/main">
            <a:off x="952500" y="471487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850" b="0">
                <a:solidFill>
                  <a:srgbClr val="0B3043"/>
                </a:solidFill>
                <a:latin typeface="Arial"/>
                <a:ea typeface="Arial"/>
                <a:cs typeface="Arial"/>
              </a:defRPr>
            </a:defPPr>
            <a:lvl1pPr algn="ctr">
              <a:defRPr sz="2850" b="0">
                <a:solidFill>
                  <a:srgbClr val="0B3043"/>
                </a:solidFill>
                <a:latin typeface="Arial"/>
                <a:ea typeface="Arial"/>
                <a:cs typeface="Arial"/>
              </a:defRPr>
            </a:lvl1pPr>
            <a:lvl2pPr algn="ctr">
              <a:defRPr sz="2850" b="0">
                <a:solidFill>
                  <a:srgbClr val="0B3043"/>
                </a:solidFill>
                <a:latin typeface="Arial"/>
                <a:ea typeface="Arial"/>
                <a:cs typeface="Arial"/>
              </a:defRPr>
            </a:lvl2pPr>
            <a:lvl3pPr algn="ctr">
              <a:defRPr sz="2850" b="0">
                <a:solidFill>
                  <a:srgbClr val="0B3043"/>
                </a:solidFill>
                <a:latin typeface="Arial"/>
                <a:ea typeface="Arial"/>
                <a:cs typeface="Arial"/>
              </a:defRPr>
            </a:lvl3pPr>
            <a:lvl4pPr algn="ctr">
              <a:defRPr sz="2850" b="0">
                <a:solidFill>
                  <a:srgbClr val="0B3043"/>
                </a:solidFill>
                <a:latin typeface="Arial"/>
                <a:ea typeface="Arial"/>
                <a:cs typeface="Arial"/>
              </a:defRPr>
            </a:lvl4pPr>
            <a:lvl5pPr algn="ctr">
              <a:defRPr sz="2850" b="0">
                <a:solidFill>
                  <a:srgbClr val="0B3043"/>
                </a:solidFill>
                <a:latin typeface="Arial"/>
                <a:ea typeface="Arial"/>
                <a:cs typeface="Arial"/>
              </a:defRPr>
            </a:lvl5pPr>
            <a:lvl6pPr algn="ctr">
              <a:defRPr sz="2850" b="0">
                <a:solidFill>
                  <a:srgbClr val="0B3043"/>
                </a:solidFill>
                <a:latin typeface="Arial"/>
                <a:ea typeface="Arial"/>
                <a:cs typeface="Arial"/>
              </a:defRPr>
            </a:lvl6pPr>
            <a:lvl7pPr algn="ctr">
              <a:defRPr sz="2850" b="0">
                <a:solidFill>
                  <a:srgbClr val="0B3043"/>
                </a:solidFill>
                <a:latin typeface="Arial"/>
                <a:ea typeface="Arial"/>
                <a:cs typeface="Arial"/>
              </a:defRPr>
            </a:lvl7pPr>
            <a:lvl8pPr algn="ctr">
              <a:defRPr sz="2850" b="0">
                <a:solidFill>
                  <a:srgbClr val="0B3043"/>
                </a:solidFill>
                <a:latin typeface="Arial"/>
                <a:ea typeface="Arial"/>
                <a:cs typeface="Arial"/>
              </a:defRPr>
            </a:lvl8pPr>
            <a:lvl9pPr algn="ctr">
              <a:defRPr sz="2850" b="0">
                <a:solidFill>
                  <a:srgbClr val="0B3043"/>
                </a:solidFill>
                <a:latin typeface="Arial"/>
                <a:ea typeface="Arial"/>
                <a:cs typeface="Arial"/>
              </a:defRPr>
            </a:lvl9pPr>
          </a:lstStyle>
          <a:p xmlns:a="http://schemas.openxmlformats.org/drawingml/2006/main">
            <a:pPr algn="ctr">
              <a:defRPr sz="2850" b="0">
                <a:solidFill>
                  <a:srgbClr val="0B3043"/>
                </a:solidFill>
                <a:latin typeface="Arial"/>
                <a:ea typeface="Arial"/>
                <a:cs typeface="Arial"/>
              </a:defRPr>
            </a:pPr>
            <a:r>
              <a:rPr sz="2850" b="0">
                <a:solidFill>
                  <a:srgbClr val="0B3043"/>
                </a:solidFill>
                <a:latin typeface="Arial"/>
                <a:ea typeface="Arial"/>
                <a:cs typeface="Arial"/>
              </a:rPr>
              <a:t>Un radar de compras públicas para PYMES</a:t>
            </a:r>
          </a:p>
        </p:txBody>
      </p:sp>
      <p:sp>
        <p:nvSpPr>
          <p:cNvPr id="4" name="text-3">
            <a:extLst xmlns:a="http://schemas.openxmlformats.org/drawingml/2006/main">
              <a:ext uri="{FF2B5EF4-FFF2-40B4-BE49-F238E27FC236}">
                <a16:creationId xmlns:a16="http://schemas.microsoft.com/office/drawing/2014/main" id="{BFC40A21-E773-4B42-B5B3-F0709BFD7B4A}"/>
              </a:ext>
            </a:extLst>
          </p:cNvPr>
          <p:cNvSpPr>
            <a:spLocks xmlns:a="http://schemas.openxmlformats.org/drawingml/2006/main" noGrp="1"/>
          </p:cNvSpPr>
          <p:nvPr/>
        </p:nvSpPr>
        <p:spPr>
          <a:xfrm xmlns:a="http://schemas.openxmlformats.org/drawingml/2006/main">
            <a:off x="952500" y="57340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557078"/>
                </a:solidFill>
                <a:latin typeface="Arial"/>
                <a:ea typeface="Arial"/>
                <a:cs typeface="Arial"/>
              </a:defRPr>
            </a:defPPr>
            <a:lvl1pPr algn="ctr">
              <a:defRPr sz="1725" b="0">
                <a:solidFill>
                  <a:srgbClr val="557078"/>
                </a:solidFill>
                <a:latin typeface="Arial"/>
                <a:ea typeface="Arial"/>
                <a:cs typeface="Arial"/>
              </a:defRPr>
            </a:lvl1pPr>
            <a:lvl2pPr algn="ctr">
              <a:defRPr sz="1725" b="0">
                <a:solidFill>
                  <a:srgbClr val="557078"/>
                </a:solidFill>
                <a:latin typeface="Arial"/>
                <a:ea typeface="Arial"/>
                <a:cs typeface="Arial"/>
              </a:defRPr>
            </a:lvl2pPr>
            <a:lvl3pPr algn="ctr">
              <a:defRPr sz="1725" b="0">
                <a:solidFill>
                  <a:srgbClr val="557078"/>
                </a:solidFill>
                <a:latin typeface="Arial"/>
                <a:ea typeface="Arial"/>
                <a:cs typeface="Arial"/>
              </a:defRPr>
            </a:lvl3pPr>
            <a:lvl4pPr algn="ctr">
              <a:defRPr sz="1725" b="0">
                <a:solidFill>
                  <a:srgbClr val="557078"/>
                </a:solidFill>
                <a:latin typeface="Arial"/>
                <a:ea typeface="Arial"/>
                <a:cs typeface="Arial"/>
              </a:defRPr>
            </a:lvl4pPr>
            <a:lvl5pPr algn="ctr">
              <a:defRPr sz="1725" b="0">
                <a:solidFill>
                  <a:srgbClr val="557078"/>
                </a:solidFill>
                <a:latin typeface="Arial"/>
                <a:ea typeface="Arial"/>
                <a:cs typeface="Arial"/>
              </a:defRPr>
            </a:lvl5pPr>
            <a:lvl6pPr algn="ctr">
              <a:defRPr sz="1725" b="0">
                <a:solidFill>
                  <a:srgbClr val="557078"/>
                </a:solidFill>
                <a:latin typeface="Arial"/>
                <a:ea typeface="Arial"/>
                <a:cs typeface="Arial"/>
              </a:defRPr>
            </a:lvl6pPr>
            <a:lvl7pPr algn="ctr">
              <a:defRPr sz="1725" b="0">
                <a:solidFill>
                  <a:srgbClr val="557078"/>
                </a:solidFill>
                <a:latin typeface="Arial"/>
                <a:ea typeface="Arial"/>
                <a:cs typeface="Arial"/>
              </a:defRPr>
            </a:lvl7pPr>
            <a:lvl8pPr algn="ctr">
              <a:defRPr sz="1725" b="0">
                <a:solidFill>
                  <a:srgbClr val="557078"/>
                </a:solidFill>
                <a:latin typeface="Arial"/>
                <a:ea typeface="Arial"/>
                <a:cs typeface="Arial"/>
              </a:defRPr>
            </a:lvl8pPr>
            <a:lvl9pPr algn="ctr">
              <a:defRPr sz="1725" b="0">
                <a:solidFill>
                  <a:srgbClr val="557078"/>
                </a:solidFill>
                <a:latin typeface="Arial"/>
                <a:ea typeface="Arial"/>
                <a:cs typeface="Arial"/>
              </a:defRPr>
            </a:lvl9pPr>
          </a:lstStyle>
          <a:p xmlns:a="http://schemas.openxmlformats.org/drawingml/2006/main">
            <a:pPr algn="ctr">
              <a:defRPr sz="1725" b="0">
                <a:solidFill>
                  <a:srgbClr val="557078"/>
                </a:solidFill>
                <a:latin typeface="Arial"/>
                <a:ea typeface="Arial"/>
                <a:cs typeface="Arial"/>
              </a:defRPr>
            </a:pPr>
            <a:r>
              <a:rPr sz="1725" b="0">
                <a:solidFill>
                  <a:srgbClr val="557078"/>
                </a:solidFill>
                <a:latin typeface="Arial"/>
                <a:ea typeface="Arial"/>
                <a:cs typeface="Arial"/>
              </a:rPr>
              <a:t>Proyecto final de Bases de Datos Avanzadas</a:t>
            </a:r>
          </a:p>
        </p:txBody>
      </p:sp>
    </p:spTree>
    <p:extLst>
      <p:ext uri="{BB962C8B-B14F-4D97-AF65-F5344CB8AC3E}">
        <p14:creationId xmlns:p14="http://schemas.microsoft.com/office/powerpoint/2010/main" val="1766732708"/>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text-4">
            <a:extLst xmlns:a="http://schemas.openxmlformats.org/drawingml/2006/main">
              <a:ext uri="{FF2B5EF4-FFF2-40B4-BE49-F238E27FC236}">
                <a16:creationId xmlns:a16="http://schemas.microsoft.com/office/drawing/2014/main" id="{FE578F0E-87BA-4A43-816B-E11B7491E8F2}"/>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0B3043"/>
                </a:solidFill>
                <a:latin typeface="Arial"/>
                <a:ea typeface="Arial"/>
                <a:cs typeface="Arial"/>
              </a:defRPr>
            </a:defPPr>
            <a:lvl1pPr algn="l">
              <a:defRPr sz="3375" b="1">
                <a:solidFill>
                  <a:srgbClr val="0B3043"/>
                </a:solidFill>
                <a:latin typeface="Arial"/>
                <a:ea typeface="Arial"/>
                <a:cs typeface="Arial"/>
              </a:defRPr>
            </a:lvl1pPr>
            <a:lvl2pPr algn="l">
              <a:defRPr sz="3375" b="1">
                <a:solidFill>
                  <a:srgbClr val="0B3043"/>
                </a:solidFill>
                <a:latin typeface="Arial"/>
                <a:ea typeface="Arial"/>
                <a:cs typeface="Arial"/>
              </a:defRPr>
            </a:lvl2pPr>
            <a:lvl3pPr algn="l">
              <a:defRPr sz="3375" b="1">
                <a:solidFill>
                  <a:srgbClr val="0B3043"/>
                </a:solidFill>
                <a:latin typeface="Arial"/>
                <a:ea typeface="Arial"/>
                <a:cs typeface="Arial"/>
              </a:defRPr>
            </a:lvl3pPr>
            <a:lvl4pPr algn="l">
              <a:defRPr sz="3375" b="1">
                <a:solidFill>
                  <a:srgbClr val="0B3043"/>
                </a:solidFill>
                <a:latin typeface="Arial"/>
                <a:ea typeface="Arial"/>
                <a:cs typeface="Arial"/>
              </a:defRPr>
            </a:lvl4pPr>
            <a:lvl5pPr algn="l">
              <a:defRPr sz="3375" b="1">
                <a:solidFill>
                  <a:srgbClr val="0B3043"/>
                </a:solidFill>
                <a:latin typeface="Arial"/>
                <a:ea typeface="Arial"/>
                <a:cs typeface="Arial"/>
              </a:defRPr>
            </a:lvl5pPr>
            <a:lvl6pPr algn="l">
              <a:defRPr sz="3375" b="1">
                <a:solidFill>
                  <a:srgbClr val="0B3043"/>
                </a:solidFill>
                <a:latin typeface="Arial"/>
                <a:ea typeface="Arial"/>
                <a:cs typeface="Arial"/>
              </a:defRPr>
            </a:lvl6pPr>
            <a:lvl7pPr algn="l">
              <a:defRPr sz="3375" b="1">
                <a:solidFill>
                  <a:srgbClr val="0B3043"/>
                </a:solidFill>
                <a:latin typeface="Arial"/>
                <a:ea typeface="Arial"/>
                <a:cs typeface="Arial"/>
              </a:defRPr>
            </a:lvl7pPr>
            <a:lvl8pPr algn="l">
              <a:defRPr sz="3375" b="1">
                <a:solidFill>
                  <a:srgbClr val="0B3043"/>
                </a:solidFill>
                <a:latin typeface="Arial"/>
                <a:ea typeface="Arial"/>
                <a:cs typeface="Arial"/>
              </a:defRPr>
            </a:lvl8pPr>
            <a:lvl9pPr algn="l">
              <a:defRPr sz="3375" b="1">
                <a:solidFill>
                  <a:srgbClr val="0B3043"/>
                </a:solidFill>
                <a:latin typeface="Arial"/>
                <a:ea typeface="Arial"/>
                <a:cs typeface="Arial"/>
              </a:defRPr>
            </a:lvl9pPr>
          </a:lstStyle>
          <a:p xmlns:a="http://schemas.openxmlformats.org/drawingml/2006/main">
            <a:pPr algn="l">
              <a:defRPr sz="3375" b="1">
                <a:solidFill>
                  <a:srgbClr val="0B3043"/>
                </a:solidFill>
                <a:latin typeface="Arial"/>
                <a:ea typeface="Arial"/>
                <a:cs typeface="Arial"/>
              </a:defRPr>
            </a:pPr>
            <a:r>
              <a:rPr sz="3375" b="1">
                <a:solidFill>
                  <a:srgbClr val="0B3043"/>
                </a:solidFill>
                <a:latin typeface="Arial"/>
                <a:ea typeface="Arial"/>
                <a:cs typeface="Arial"/>
              </a:rPr>
              <a:t>La revisión de oportunidades en una PYME</a:t>
            </a:r>
          </a:p>
        </p:txBody>
      </p:sp>
      <p:sp>
        <p:nvSpPr>
          <p:cNvPr id="2" name="text-5">
            <a:extLst xmlns:a="http://schemas.openxmlformats.org/drawingml/2006/main">
              <a:ext uri="{FF2B5EF4-FFF2-40B4-BE49-F238E27FC236}">
                <a16:creationId xmlns:a16="http://schemas.microsoft.com/office/drawing/2014/main" id="{5ECD50B5-3FE3-4074-884B-6AD757C63DFF}"/>
              </a:ext>
            </a:extLst>
          </p:cNvPr>
          <p:cNvSpPr>
            <a:spLocks xmlns:a="http://schemas.openxmlformats.org/drawingml/2006/main" noGrp="1"/>
          </p:cNvSpPr>
          <p:nvPr/>
        </p:nvSpPr>
        <p:spPr>
          <a:xfrm xmlns:a="http://schemas.openxmlformats.org/drawingml/2006/main">
            <a:off x="609600" y="6419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57078"/>
                </a:solidFill>
                <a:latin typeface="Arial"/>
                <a:ea typeface="Arial"/>
                <a:cs typeface="Arial"/>
              </a:defRPr>
            </a:defPPr>
            <a:lvl1pPr algn="r">
              <a:defRPr sz="1125" b="0">
                <a:solidFill>
                  <a:srgbClr val="557078"/>
                </a:solidFill>
                <a:latin typeface="Arial"/>
                <a:ea typeface="Arial"/>
                <a:cs typeface="Arial"/>
              </a:defRPr>
            </a:lvl1pPr>
            <a:lvl2pPr algn="r">
              <a:defRPr sz="1125" b="0">
                <a:solidFill>
                  <a:srgbClr val="557078"/>
                </a:solidFill>
                <a:latin typeface="Arial"/>
                <a:ea typeface="Arial"/>
                <a:cs typeface="Arial"/>
              </a:defRPr>
            </a:lvl2pPr>
            <a:lvl3pPr algn="r">
              <a:defRPr sz="1125" b="0">
                <a:solidFill>
                  <a:srgbClr val="557078"/>
                </a:solidFill>
                <a:latin typeface="Arial"/>
                <a:ea typeface="Arial"/>
                <a:cs typeface="Arial"/>
              </a:defRPr>
            </a:lvl3pPr>
            <a:lvl4pPr algn="r">
              <a:defRPr sz="1125" b="0">
                <a:solidFill>
                  <a:srgbClr val="557078"/>
                </a:solidFill>
                <a:latin typeface="Arial"/>
                <a:ea typeface="Arial"/>
                <a:cs typeface="Arial"/>
              </a:defRPr>
            </a:lvl4pPr>
            <a:lvl5pPr algn="r">
              <a:defRPr sz="1125" b="0">
                <a:solidFill>
                  <a:srgbClr val="557078"/>
                </a:solidFill>
                <a:latin typeface="Arial"/>
                <a:ea typeface="Arial"/>
                <a:cs typeface="Arial"/>
              </a:defRPr>
            </a:lvl5pPr>
            <a:lvl6pPr algn="r">
              <a:defRPr sz="1125" b="0">
                <a:solidFill>
                  <a:srgbClr val="557078"/>
                </a:solidFill>
                <a:latin typeface="Arial"/>
                <a:ea typeface="Arial"/>
                <a:cs typeface="Arial"/>
              </a:defRPr>
            </a:lvl6pPr>
            <a:lvl7pPr algn="r">
              <a:defRPr sz="1125" b="0">
                <a:solidFill>
                  <a:srgbClr val="557078"/>
                </a:solidFill>
                <a:latin typeface="Arial"/>
                <a:ea typeface="Arial"/>
                <a:cs typeface="Arial"/>
              </a:defRPr>
            </a:lvl7pPr>
            <a:lvl8pPr algn="r">
              <a:defRPr sz="1125" b="0">
                <a:solidFill>
                  <a:srgbClr val="557078"/>
                </a:solidFill>
                <a:latin typeface="Arial"/>
                <a:ea typeface="Arial"/>
                <a:cs typeface="Arial"/>
              </a:defRPr>
            </a:lvl8pPr>
            <a:lvl9pPr algn="r">
              <a:defRPr sz="1125" b="0">
                <a:solidFill>
                  <a:srgbClr val="557078"/>
                </a:solidFill>
                <a:latin typeface="Arial"/>
                <a:ea typeface="Arial"/>
                <a:cs typeface="Arial"/>
              </a:defRPr>
            </a:lvl9pPr>
          </a:lstStyle>
          <a:p xmlns:a="http://schemas.openxmlformats.org/drawingml/2006/main">
            <a:pPr algn="r">
              <a:defRPr sz="1125" b="0">
                <a:solidFill>
                  <a:srgbClr val="557078"/>
                </a:solidFill>
                <a:latin typeface="Arial"/>
                <a:ea typeface="Arial"/>
                <a:cs typeface="Arial"/>
              </a:defRPr>
            </a:pPr>
            <a:r>
              <a:rPr sz="1125" b="0">
                <a:solidFill>
                  <a:srgbClr val="557078"/>
                </a:solidFill>
                <a:latin typeface="Arial"/>
                <a:ea typeface="Arial"/>
                <a:cs typeface="Arial"/>
              </a:rPr>
              <a:t>Borrador v0.9.0   /   02</a:t>
            </a:r>
          </a:p>
        </p:txBody>
      </p:sp>
      <p:sp>
        <p:nvSpPr>
          <p:cNvPr id="3" name="text-6">
            <a:extLst xmlns:a="http://schemas.openxmlformats.org/drawingml/2006/main">
              <a:ext uri="{FF2B5EF4-FFF2-40B4-BE49-F238E27FC236}">
                <a16:creationId xmlns:a16="http://schemas.microsoft.com/office/drawing/2014/main" id="{DF8C9A11-39A1-4C65-8914-F4B4F982DCA6}"/>
              </a:ext>
            </a:extLst>
          </p:cNvPr>
          <p:cNvSpPr>
            <a:spLocks xmlns:a="http://schemas.openxmlformats.org/drawingml/2006/main" noGrp="1"/>
          </p:cNvSpPr>
          <p:nvPr/>
        </p:nvSpPr>
        <p:spPr>
          <a:xfrm xmlns:a="http://schemas.openxmlformats.org/drawingml/2006/main">
            <a:off x="609600" y="1771650"/>
            <a:ext cx="552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8F7B"/>
                </a:solidFill>
                <a:latin typeface="Arial"/>
                <a:ea typeface="Arial"/>
                <a:cs typeface="Arial"/>
              </a:defRPr>
            </a:defPPr>
            <a:lvl1pPr algn="l">
              <a:defRPr sz="3600" b="1">
                <a:solidFill>
                  <a:srgbClr val="008F7B"/>
                </a:solidFill>
                <a:latin typeface="Arial"/>
                <a:ea typeface="Arial"/>
                <a:cs typeface="Arial"/>
              </a:defRPr>
            </a:lvl1pPr>
            <a:lvl2pPr algn="l">
              <a:defRPr sz="3600" b="1">
                <a:solidFill>
                  <a:srgbClr val="008F7B"/>
                </a:solidFill>
                <a:latin typeface="Arial"/>
                <a:ea typeface="Arial"/>
                <a:cs typeface="Arial"/>
              </a:defRPr>
            </a:lvl2pPr>
            <a:lvl3pPr algn="l">
              <a:defRPr sz="3600" b="1">
                <a:solidFill>
                  <a:srgbClr val="008F7B"/>
                </a:solidFill>
                <a:latin typeface="Arial"/>
                <a:ea typeface="Arial"/>
                <a:cs typeface="Arial"/>
              </a:defRPr>
            </a:lvl3pPr>
            <a:lvl4pPr algn="l">
              <a:defRPr sz="3600" b="1">
                <a:solidFill>
                  <a:srgbClr val="008F7B"/>
                </a:solidFill>
                <a:latin typeface="Arial"/>
                <a:ea typeface="Arial"/>
                <a:cs typeface="Arial"/>
              </a:defRPr>
            </a:lvl4pPr>
            <a:lvl5pPr algn="l">
              <a:defRPr sz="3600" b="1">
                <a:solidFill>
                  <a:srgbClr val="008F7B"/>
                </a:solidFill>
                <a:latin typeface="Arial"/>
                <a:ea typeface="Arial"/>
                <a:cs typeface="Arial"/>
              </a:defRPr>
            </a:lvl5pPr>
            <a:lvl6pPr algn="l">
              <a:defRPr sz="3600" b="1">
                <a:solidFill>
                  <a:srgbClr val="008F7B"/>
                </a:solidFill>
                <a:latin typeface="Arial"/>
                <a:ea typeface="Arial"/>
                <a:cs typeface="Arial"/>
              </a:defRPr>
            </a:lvl6pPr>
            <a:lvl7pPr algn="l">
              <a:defRPr sz="3600" b="1">
                <a:solidFill>
                  <a:srgbClr val="008F7B"/>
                </a:solidFill>
                <a:latin typeface="Arial"/>
                <a:ea typeface="Arial"/>
                <a:cs typeface="Arial"/>
              </a:defRPr>
            </a:lvl7pPr>
            <a:lvl8pPr algn="l">
              <a:defRPr sz="3600" b="1">
                <a:solidFill>
                  <a:srgbClr val="008F7B"/>
                </a:solidFill>
                <a:latin typeface="Arial"/>
                <a:ea typeface="Arial"/>
                <a:cs typeface="Arial"/>
              </a:defRPr>
            </a:lvl8pPr>
            <a:lvl9pPr algn="l">
              <a:defRPr sz="3600" b="1">
                <a:solidFill>
                  <a:srgbClr val="008F7B"/>
                </a:solidFill>
                <a:latin typeface="Arial"/>
                <a:ea typeface="Arial"/>
                <a:cs typeface="Arial"/>
              </a:defRPr>
            </a:lvl9pPr>
          </a:lstStyle>
          <a:p xmlns:a="http://schemas.openxmlformats.org/drawingml/2006/main">
            <a:pPr algn="l">
              <a:defRPr sz="3600" b="1">
                <a:solidFill>
                  <a:srgbClr val="008F7B"/>
                </a:solidFill>
                <a:latin typeface="Arial"/>
                <a:ea typeface="Arial"/>
                <a:cs typeface="Arial"/>
              </a:defRPr>
            </a:pPr>
            <a:r>
              <a:rPr sz="3600" b="1">
                <a:solidFill>
                  <a:srgbClr val="008F7B"/>
                </a:solidFill>
                <a:latin typeface="Arial"/>
                <a:ea typeface="Arial"/>
                <a:cs typeface="Arial"/>
              </a:rPr>
              <a:t>Brújula TI</a:t>
            </a:r>
          </a:p>
        </p:txBody>
      </p:sp>
      <p:sp>
        <p:nvSpPr>
          <p:cNvPr id="4" name="text-7">
            <a:extLst xmlns:a="http://schemas.openxmlformats.org/drawingml/2006/main">
              <a:ext uri="{FF2B5EF4-FFF2-40B4-BE49-F238E27FC236}">
                <a16:creationId xmlns:a16="http://schemas.microsoft.com/office/drawing/2014/main" id="{FE0E2C53-504E-4C2D-99FA-07D88B491881}"/>
              </a:ext>
            </a:extLst>
          </p:cNvPr>
          <p:cNvSpPr>
            <a:spLocks xmlns:a="http://schemas.openxmlformats.org/drawingml/2006/main" noGrp="1"/>
          </p:cNvSpPr>
          <p:nvPr/>
        </p:nvSpPr>
        <p:spPr>
          <a:xfrm xmlns:a="http://schemas.openxmlformats.org/drawingml/2006/main">
            <a:off x="609600" y="2543175"/>
            <a:ext cx="5429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73744"/>
                </a:solidFill>
                <a:latin typeface="Arial"/>
                <a:ea typeface="Arial"/>
                <a:cs typeface="Arial"/>
              </a:defRPr>
            </a:defPPr>
            <a:lvl1pPr algn="l">
              <a:defRPr sz="2325" b="0">
                <a:solidFill>
                  <a:srgbClr val="173744"/>
                </a:solidFill>
                <a:latin typeface="Arial"/>
                <a:ea typeface="Arial"/>
                <a:cs typeface="Arial"/>
              </a:defRPr>
            </a:lvl1pPr>
            <a:lvl2pPr algn="l">
              <a:defRPr sz="2325" b="0">
                <a:solidFill>
                  <a:srgbClr val="173744"/>
                </a:solidFill>
                <a:latin typeface="Arial"/>
                <a:ea typeface="Arial"/>
                <a:cs typeface="Arial"/>
              </a:defRPr>
            </a:lvl2pPr>
            <a:lvl3pPr algn="l">
              <a:defRPr sz="2325" b="0">
                <a:solidFill>
                  <a:srgbClr val="173744"/>
                </a:solidFill>
                <a:latin typeface="Arial"/>
                <a:ea typeface="Arial"/>
                <a:cs typeface="Arial"/>
              </a:defRPr>
            </a:lvl3pPr>
            <a:lvl4pPr algn="l">
              <a:defRPr sz="2325" b="0">
                <a:solidFill>
                  <a:srgbClr val="173744"/>
                </a:solidFill>
                <a:latin typeface="Arial"/>
                <a:ea typeface="Arial"/>
                <a:cs typeface="Arial"/>
              </a:defRPr>
            </a:lvl4pPr>
            <a:lvl5pPr algn="l">
              <a:defRPr sz="2325" b="0">
                <a:solidFill>
                  <a:srgbClr val="173744"/>
                </a:solidFill>
                <a:latin typeface="Arial"/>
                <a:ea typeface="Arial"/>
                <a:cs typeface="Arial"/>
              </a:defRPr>
            </a:lvl5pPr>
            <a:lvl6pPr algn="l">
              <a:defRPr sz="2325" b="0">
                <a:solidFill>
                  <a:srgbClr val="173744"/>
                </a:solidFill>
                <a:latin typeface="Arial"/>
                <a:ea typeface="Arial"/>
                <a:cs typeface="Arial"/>
              </a:defRPr>
            </a:lvl6pPr>
            <a:lvl7pPr algn="l">
              <a:defRPr sz="2325" b="0">
                <a:solidFill>
                  <a:srgbClr val="173744"/>
                </a:solidFill>
                <a:latin typeface="Arial"/>
                <a:ea typeface="Arial"/>
                <a:cs typeface="Arial"/>
              </a:defRPr>
            </a:lvl7pPr>
            <a:lvl8pPr algn="l">
              <a:defRPr sz="2325" b="0">
                <a:solidFill>
                  <a:srgbClr val="173744"/>
                </a:solidFill>
                <a:latin typeface="Arial"/>
                <a:ea typeface="Arial"/>
                <a:cs typeface="Arial"/>
              </a:defRPr>
            </a:lvl8pPr>
            <a:lvl9pPr algn="l">
              <a:defRPr sz="2325" b="0">
                <a:solidFill>
                  <a:srgbClr val="173744"/>
                </a:solidFill>
                <a:latin typeface="Arial"/>
                <a:ea typeface="Arial"/>
                <a:cs typeface="Arial"/>
              </a:defRPr>
            </a:lvl9pPr>
          </a:lstStyle>
          <a:p xmlns:a="http://schemas.openxmlformats.org/drawingml/2006/main">
            <a:pPr algn="l">
              <a:defRPr sz="2325" b="0">
                <a:solidFill>
                  <a:srgbClr val="173744"/>
                </a:solidFill>
                <a:latin typeface="Arial"/>
                <a:ea typeface="Arial"/>
                <a:cs typeface="Arial"/>
              </a:defRPr>
            </a:pPr>
            <a:r>
              <a:rPr sz="2325" b="0">
                <a:solidFill>
                  <a:srgbClr val="173744"/>
                </a:solidFill>
                <a:latin typeface="Arial"/>
                <a:ea typeface="Arial"/>
                <a:cs typeface="Arial"/>
              </a:rPr>
              <a:t>Una empresa ficticia de soporte técnico que busca concursos compatibles con su oferta.</a:t>
            </a:r>
          </a:p>
        </p:txBody>
      </p:sp>
      <p:sp>
        <p:nvSpPr>
          <p:cNvPr id="5" name="text-8">
            <a:extLst xmlns:a="http://schemas.openxmlformats.org/drawingml/2006/main">
              <a:ext uri="{FF2B5EF4-FFF2-40B4-BE49-F238E27FC236}">
                <a16:creationId xmlns:a16="http://schemas.microsoft.com/office/drawing/2014/main" id="{202B4D39-E9CA-42FC-BD55-625AFE71D383}"/>
              </a:ext>
            </a:extLst>
          </p:cNvPr>
          <p:cNvSpPr>
            <a:spLocks xmlns:a="http://schemas.openxmlformats.org/drawingml/2006/main" noGrp="1"/>
          </p:cNvSpPr>
          <p:nvPr/>
        </p:nvSpPr>
        <p:spPr>
          <a:xfrm xmlns:a="http://schemas.openxmlformats.org/drawingml/2006/main">
            <a:off x="7048500" y="1838325"/>
            <a:ext cx="442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57078"/>
                </a:solidFill>
                <a:latin typeface="Arial"/>
                <a:ea typeface="Arial"/>
                <a:cs typeface="Arial"/>
              </a:defRPr>
            </a:defPPr>
            <a:lvl1pPr algn="l">
              <a:defRPr sz="1875" b="1">
                <a:solidFill>
                  <a:srgbClr val="557078"/>
                </a:solidFill>
                <a:latin typeface="Arial"/>
                <a:ea typeface="Arial"/>
                <a:cs typeface="Arial"/>
              </a:defRPr>
            </a:lvl1pPr>
            <a:lvl2pPr algn="l">
              <a:defRPr sz="1875" b="1">
                <a:solidFill>
                  <a:srgbClr val="557078"/>
                </a:solidFill>
                <a:latin typeface="Arial"/>
                <a:ea typeface="Arial"/>
                <a:cs typeface="Arial"/>
              </a:defRPr>
            </a:lvl2pPr>
            <a:lvl3pPr algn="l">
              <a:defRPr sz="1875" b="1">
                <a:solidFill>
                  <a:srgbClr val="557078"/>
                </a:solidFill>
                <a:latin typeface="Arial"/>
                <a:ea typeface="Arial"/>
                <a:cs typeface="Arial"/>
              </a:defRPr>
            </a:lvl3pPr>
            <a:lvl4pPr algn="l">
              <a:defRPr sz="1875" b="1">
                <a:solidFill>
                  <a:srgbClr val="557078"/>
                </a:solidFill>
                <a:latin typeface="Arial"/>
                <a:ea typeface="Arial"/>
                <a:cs typeface="Arial"/>
              </a:defRPr>
            </a:lvl4pPr>
            <a:lvl5pPr algn="l">
              <a:defRPr sz="1875" b="1">
                <a:solidFill>
                  <a:srgbClr val="557078"/>
                </a:solidFill>
                <a:latin typeface="Arial"/>
                <a:ea typeface="Arial"/>
                <a:cs typeface="Arial"/>
              </a:defRPr>
            </a:lvl5pPr>
            <a:lvl6pPr algn="l">
              <a:defRPr sz="1875" b="1">
                <a:solidFill>
                  <a:srgbClr val="557078"/>
                </a:solidFill>
                <a:latin typeface="Arial"/>
                <a:ea typeface="Arial"/>
                <a:cs typeface="Arial"/>
              </a:defRPr>
            </a:lvl6pPr>
            <a:lvl7pPr algn="l">
              <a:defRPr sz="1875" b="1">
                <a:solidFill>
                  <a:srgbClr val="557078"/>
                </a:solidFill>
                <a:latin typeface="Arial"/>
                <a:ea typeface="Arial"/>
                <a:cs typeface="Arial"/>
              </a:defRPr>
            </a:lvl7pPr>
            <a:lvl8pPr algn="l">
              <a:defRPr sz="1875" b="1">
                <a:solidFill>
                  <a:srgbClr val="557078"/>
                </a:solidFill>
                <a:latin typeface="Arial"/>
                <a:ea typeface="Arial"/>
                <a:cs typeface="Arial"/>
              </a:defRPr>
            </a:lvl8pPr>
            <a:lvl9pPr algn="l">
              <a:defRPr sz="1875" b="1">
                <a:solidFill>
                  <a:srgbClr val="557078"/>
                </a:solidFill>
                <a:latin typeface="Arial"/>
                <a:ea typeface="Arial"/>
                <a:cs typeface="Arial"/>
              </a:defRPr>
            </a:lvl9pPr>
          </a:lstStyle>
          <a:p xmlns:a="http://schemas.openxmlformats.org/drawingml/2006/main">
            <a:pPr algn="l">
              <a:defRPr sz="1875" b="1">
                <a:solidFill>
                  <a:srgbClr val="557078"/>
                </a:solidFill>
                <a:latin typeface="Arial"/>
                <a:ea typeface="Arial"/>
                <a:cs typeface="Arial"/>
              </a:defRPr>
            </a:pPr>
            <a:r>
              <a:rPr sz="1875" b="1">
                <a:solidFill>
                  <a:srgbClr val="557078"/>
                </a:solidFill>
                <a:latin typeface="Arial"/>
                <a:ea typeface="Arial"/>
                <a:cs typeface="Arial"/>
              </a:rPr>
              <a:t>Persona usuaria</a:t>
            </a:r>
          </a:p>
        </p:txBody>
      </p:sp>
      <p:sp>
        <p:nvSpPr>
          <p:cNvPr id="6" name="text-9">
            <a:extLst xmlns:a="http://schemas.openxmlformats.org/drawingml/2006/main">
              <a:ext uri="{FF2B5EF4-FFF2-40B4-BE49-F238E27FC236}">
                <a16:creationId xmlns:a16="http://schemas.microsoft.com/office/drawing/2014/main" id="{55448735-4818-45A9-800C-5A2B7A2F2665}"/>
              </a:ext>
            </a:extLst>
          </p:cNvPr>
          <p:cNvSpPr>
            <a:spLocks xmlns:a="http://schemas.openxmlformats.org/drawingml/2006/main" noGrp="1"/>
          </p:cNvSpPr>
          <p:nvPr/>
        </p:nvSpPr>
        <p:spPr>
          <a:xfrm xmlns:a="http://schemas.openxmlformats.org/drawingml/2006/main">
            <a:off x="7048500" y="2352675"/>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3043"/>
                </a:solidFill>
                <a:latin typeface="Arial"/>
                <a:ea typeface="Arial"/>
                <a:cs typeface="Arial"/>
              </a:defRPr>
            </a:defPPr>
            <a:lvl1pPr algn="l">
              <a:defRPr sz="2325" b="0">
                <a:solidFill>
                  <a:srgbClr val="0B3043"/>
                </a:solidFill>
                <a:latin typeface="Arial"/>
                <a:ea typeface="Arial"/>
                <a:cs typeface="Arial"/>
              </a:defRPr>
            </a:lvl1pPr>
            <a:lvl2pPr algn="l">
              <a:defRPr sz="2325" b="0">
                <a:solidFill>
                  <a:srgbClr val="0B3043"/>
                </a:solidFill>
                <a:latin typeface="Arial"/>
                <a:ea typeface="Arial"/>
                <a:cs typeface="Arial"/>
              </a:defRPr>
            </a:lvl2pPr>
            <a:lvl3pPr algn="l">
              <a:defRPr sz="2325" b="0">
                <a:solidFill>
                  <a:srgbClr val="0B3043"/>
                </a:solidFill>
                <a:latin typeface="Arial"/>
                <a:ea typeface="Arial"/>
                <a:cs typeface="Arial"/>
              </a:defRPr>
            </a:lvl3pPr>
            <a:lvl4pPr algn="l">
              <a:defRPr sz="2325" b="0">
                <a:solidFill>
                  <a:srgbClr val="0B3043"/>
                </a:solidFill>
                <a:latin typeface="Arial"/>
                <a:ea typeface="Arial"/>
                <a:cs typeface="Arial"/>
              </a:defRPr>
            </a:lvl4pPr>
            <a:lvl5pPr algn="l">
              <a:defRPr sz="2325" b="0">
                <a:solidFill>
                  <a:srgbClr val="0B3043"/>
                </a:solidFill>
                <a:latin typeface="Arial"/>
                <a:ea typeface="Arial"/>
                <a:cs typeface="Arial"/>
              </a:defRPr>
            </a:lvl5pPr>
            <a:lvl6pPr algn="l">
              <a:defRPr sz="2325" b="0">
                <a:solidFill>
                  <a:srgbClr val="0B3043"/>
                </a:solidFill>
                <a:latin typeface="Arial"/>
                <a:ea typeface="Arial"/>
                <a:cs typeface="Arial"/>
              </a:defRPr>
            </a:lvl6pPr>
            <a:lvl7pPr algn="l">
              <a:defRPr sz="2325" b="0">
                <a:solidFill>
                  <a:srgbClr val="0B3043"/>
                </a:solidFill>
                <a:latin typeface="Arial"/>
                <a:ea typeface="Arial"/>
                <a:cs typeface="Arial"/>
              </a:defRPr>
            </a:lvl7pPr>
            <a:lvl8pPr algn="l">
              <a:defRPr sz="2325" b="0">
                <a:solidFill>
                  <a:srgbClr val="0B3043"/>
                </a:solidFill>
                <a:latin typeface="Arial"/>
                <a:ea typeface="Arial"/>
                <a:cs typeface="Arial"/>
              </a:defRPr>
            </a:lvl8pPr>
            <a:lvl9pPr algn="l">
              <a:defRPr sz="2325" b="0">
                <a:solidFill>
                  <a:srgbClr val="0B3043"/>
                </a:solidFill>
                <a:latin typeface="Arial"/>
                <a:ea typeface="Arial"/>
                <a:cs typeface="Arial"/>
              </a:defRPr>
            </a:lvl9pPr>
          </a:lstStyle>
          <a:p xmlns:a="http://schemas.openxmlformats.org/drawingml/2006/main">
            <a:pPr algn="l">
              <a:defRPr sz="2325" b="0">
                <a:solidFill>
                  <a:srgbClr val="0B3043"/>
                </a:solidFill>
                <a:latin typeface="Arial"/>
                <a:ea typeface="Arial"/>
                <a:cs typeface="Arial"/>
              </a:defRPr>
            </a:pPr>
            <a:r>
              <a:rPr sz="2325" b="0">
                <a:solidFill>
                  <a:srgbClr val="0B3043"/>
                </a:solidFill>
                <a:latin typeface="Arial"/>
                <a:ea typeface="Arial"/>
                <a:cs typeface="Arial"/>
              </a:rPr>
              <a:t>Quien administra la empresa y revisa nuevas oportunidades.</a:t>
            </a:r>
          </a:p>
        </p:txBody>
      </p:sp>
      <p:sp>
        <p:nvSpPr>
          <p:cNvPr id="7" name="text-10">
            <a:extLst xmlns:a="http://schemas.openxmlformats.org/drawingml/2006/main">
              <a:ext uri="{FF2B5EF4-FFF2-40B4-BE49-F238E27FC236}">
                <a16:creationId xmlns:a16="http://schemas.microsoft.com/office/drawing/2014/main" id="{89DB5120-AB59-4DCC-B0E0-FD213BC68837}"/>
              </a:ext>
            </a:extLst>
          </p:cNvPr>
          <p:cNvSpPr>
            <a:spLocks xmlns:a="http://schemas.openxmlformats.org/drawingml/2006/main" noGrp="1"/>
          </p:cNvSpPr>
          <p:nvPr/>
        </p:nvSpPr>
        <p:spPr>
          <a:xfrm xmlns:a="http://schemas.openxmlformats.org/drawingml/2006/main">
            <a:off x="7048500" y="37433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57078"/>
                </a:solidFill>
                <a:latin typeface="Arial"/>
                <a:ea typeface="Arial"/>
                <a:cs typeface="Arial"/>
              </a:defRPr>
            </a:defPPr>
            <a:lvl1pPr algn="l">
              <a:defRPr sz="1875" b="1">
                <a:solidFill>
                  <a:srgbClr val="557078"/>
                </a:solidFill>
                <a:latin typeface="Arial"/>
                <a:ea typeface="Arial"/>
                <a:cs typeface="Arial"/>
              </a:defRPr>
            </a:lvl1pPr>
            <a:lvl2pPr algn="l">
              <a:defRPr sz="1875" b="1">
                <a:solidFill>
                  <a:srgbClr val="557078"/>
                </a:solidFill>
                <a:latin typeface="Arial"/>
                <a:ea typeface="Arial"/>
                <a:cs typeface="Arial"/>
              </a:defRPr>
            </a:lvl2pPr>
            <a:lvl3pPr algn="l">
              <a:defRPr sz="1875" b="1">
                <a:solidFill>
                  <a:srgbClr val="557078"/>
                </a:solidFill>
                <a:latin typeface="Arial"/>
                <a:ea typeface="Arial"/>
                <a:cs typeface="Arial"/>
              </a:defRPr>
            </a:lvl3pPr>
            <a:lvl4pPr algn="l">
              <a:defRPr sz="1875" b="1">
                <a:solidFill>
                  <a:srgbClr val="557078"/>
                </a:solidFill>
                <a:latin typeface="Arial"/>
                <a:ea typeface="Arial"/>
                <a:cs typeface="Arial"/>
              </a:defRPr>
            </a:lvl4pPr>
            <a:lvl5pPr algn="l">
              <a:defRPr sz="1875" b="1">
                <a:solidFill>
                  <a:srgbClr val="557078"/>
                </a:solidFill>
                <a:latin typeface="Arial"/>
                <a:ea typeface="Arial"/>
                <a:cs typeface="Arial"/>
              </a:defRPr>
            </a:lvl5pPr>
            <a:lvl6pPr algn="l">
              <a:defRPr sz="1875" b="1">
                <a:solidFill>
                  <a:srgbClr val="557078"/>
                </a:solidFill>
                <a:latin typeface="Arial"/>
                <a:ea typeface="Arial"/>
                <a:cs typeface="Arial"/>
              </a:defRPr>
            </a:lvl6pPr>
            <a:lvl7pPr algn="l">
              <a:defRPr sz="1875" b="1">
                <a:solidFill>
                  <a:srgbClr val="557078"/>
                </a:solidFill>
                <a:latin typeface="Arial"/>
                <a:ea typeface="Arial"/>
                <a:cs typeface="Arial"/>
              </a:defRPr>
            </a:lvl7pPr>
            <a:lvl8pPr algn="l">
              <a:defRPr sz="1875" b="1">
                <a:solidFill>
                  <a:srgbClr val="557078"/>
                </a:solidFill>
                <a:latin typeface="Arial"/>
                <a:ea typeface="Arial"/>
                <a:cs typeface="Arial"/>
              </a:defRPr>
            </a:lvl8pPr>
            <a:lvl9pPr algn="l">
              <a:defRPr sz="1875" b="1">
                <a:solidFill>
                  <a:srgbClr val="557078"/>
                </a:solidFill>
                <a:latin typeface="Arial"/>
                <a:ea typeface="Arial"/>
                <a:cs typeface="Arial"/>
              </a:defRPr>
            </a:lvl9pPr>
          </a:lstStyle>
          <a:p xmlns:a="http://schemas.openxmlformats.org/drawingml/2006/main">
            <a:pPr algn="l">
              <a:defRPr sz="1875" b="1">
                <a:solidFill>
                  <a:srgbClr val="557078"/>
                </a:solidFill>
                <a:latin typeface="Arial"/>
                <a:ea typeface="Arial"/>
                <a:cs typeface="Arial"/>
              </a:defRPr>
            </a:pPr>
            <a:r>
              <a:rPr sz="1875" b="1">
                <a:solidFill>
                  <a:srgbClr val="557078"/>
                </a:solidFill>
                <a:latin typeface="Arial"/>
                <a:ea typeface="Arial"/>
                <a:cs typeface="Arial"/>
              </a:rPr>
              <a:t>Tarea que queremos facilitar</a:t>
            </a:r>
          </a:p>
        </p:txBody>
      </p:sp>
      <p:sp>
        <p:nvSpPr>
          <p:cNvPr id="8" name="text-11">
            <a:extLst xmlns:a="http://schemas.openxmlformats.org/drawingml/2006/main">
              <a:ext uri="{FF2B5EF4-FFF2-40B4-BE49-F238E27FC236}">
                <a16:creationId xmlns:a16="http://schemas.microsoft.com/office/drawing/2014/main" id="{12256DC9-9BD3-4471-9E9C-255E63C92850}"/>
              </a:ext>
            </a:extLst>
          </p:cNvPr>
          <p:cNvSpPr>
            <a:spLocks xmlns:a="http://schemas.openxmlformats.org/drawingml/2006/main" noGrp="1"/>
          </p:cNvSpPr>
          <p:nvPr/>
        </p:nvSpPr>
        <p:spPr>
          <a:xfrm xmlns:a="http://schemas.openxmlformats.org/drawingml/2006/main">
            <a:off x="7048500" y="4267200"/>
            <a:ext cx="4381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3043"/>
                </a:solidFill>
                <a:latin typeface="Arial"/>
                <a:ea typeface="Arial"/>
                <a:cs typeface="Arial"/>
              </a:defRPr>
            </a:defPPr>
            <a:lvl1pPr algn="l">
              <a:defRPr sz="2325" b="0">
                <a:solidFill>
                  <a:srgbClr val="0B3043"/>
                </a:solidFill>
                <a:latin typeface="Arial"/>
                <a:ea typeface="Arial"/>
                <a:cs typeface="Arial"/>
              </a:defRPr>
            </a:lvl1pPr>
            <a:lvl2pPr algn="l">
              <a:defRPr sz="2325" b="0">
                <a:solidFill>
                  <a:srgbClr val="0B3043"/>
                </a:solidFill>
                <a:latin typeface="Arial"/>
                <a:ea typeface="Arial"/>
                <a:cs typeface="Arial"/>
              </a:defRPr>
            </a:lvl2pPr>
            <a:lvl3pPr algn="l">
              <a:defRPr sz="2325" b="0">
                <a:solidFill>
                  <a:srgbClr val="0B3043"/>
                </a:solidFill>
                <a:latin typeface="Arial"/>
                <a:ea typeface="Arial"/>
                <a:cs typeface="Arial"/>
              </a:defRPr>
            </a:lvl3pPr>
            <a:lvl4pPr algn="l">
              <a:defRPr sz="2325" b="0">
                <a:solidFill>
                  <a:srgbClr val="0B3043"/>
                </a:solidFill>
                <a:latin typeface="Arial"/>
                <a:ea typeface="Arial"/>
                <a:cs typeface="Arial"/>
              </a:defRPr>
            </a:lvl4pPr>
            <a:lvl5pPr algn="l">
              <a:defRPr sz="2325" b="0">
                <a:solidFill>
                  <a:srgbClr val="0B3043"/>
                </a:solidFill>
                <a:latin typeface="Arial"/>
                <a:ea typeface="Arial"/>
                <a:cs typeface="Arial"/>
              </a:defRPr>
            </a:lvl5pPr>
            <a:lvl6pPr algn="l">
              <a:defRPr sz="2325" b="0">
                <a:solidFill>
                  <a:srgbClr val="0B3043"/>
                </a:solidFill>
                <a:latin typeface="Arial"/>
                <a:ea typeface="Arial"/>
                <a:cs typeface="Arial"/>
              </a:defRPr>
            </a:lvl6pPr>
            <a:lvl7pPr algn="l">
              <a:defRPr sz="2325" b="0">
                <a:solidFill>
                  <a:srgbClr val="0B3043"/>
                </a:solidFill>
                <a:latin typeface="Arial"/>
                <a:ea typeface="Arial"/>
                <a:cs typeface="Arial"/>
              </a:defRPr>
            </a:lvl7pPr>
            <a:lvl8pPr algn="l">
              <a:defRPr sz="2325" b="0">
                <a:solidFill>
                  <a:srgbClr val="0B3043"/>
                </a:solidFill>
                <a:latin typeface="Arial"/>
                <a:ea typeface="Arial"/>
                <a:cs typeface="Arial"/>
              </a:defRPr>
            </a:lvl8pPr>
            <a:lvl9pPr algn="l">
              <a:defRPr sz="2325" b="0">
                <a:solidFill>
                  <a:srgbClr val="0B3043"/>
                </a:solidFill>
                <a:latin typeface="Arial"/>
                <a:ea typeface="Arial"/>
                <a:cs typeface="Arial"/>
              </a:defRPr>
            </a:lvl9pPr>
          </a:lstStyle>
          <a:p xmlns:a="http://schemas.openxmlformats.org/drawingml/2006/main">
            <a:pPr algn="l">
              <a:defRPr sz="2325" b="0">
                <a:solidFill>
                  <a:srgbClr val="0B3043"/>
                </a:solidFill>
                <a:latin typeface="Arial"/>
                <a:ea typeface="Arial"/>
                <a:cs typeface="Arial"/>
              </a:defRPr>
            </a:pPr>
            <a:r>
              <a:rPr sz="2325" b="0">
                <a:solidFill>
                  <a:srgbClr val="0B3043"/>
                </a:solidFill>
                <a:latin typeface="Arial"/>
                <a:ea typeface="Arial"/>
                <a:cs typeface="Arial"/>
              </a:rPr>
              <a:t>Relacionar el catálogo con un expediente y conservar la decisión.</a:t>
            </a:r>
          </a:p>
        </p:txBody>
      </p:sp>
    </p:spTree>
    <p:extLst>
      <p:ext uri="{BB962C8B-B14F-4D97-AF65-F5344CB8AC3E}">
        <p14:creationId xmlns:p14="http://schemas.microsoft.com/office/powerpoint/2010/main" val="510293767"/>
      </p:ext>
    </p:extLst>
  </p:cSld>
</p:sld>
</file>

<file path=ppt/slides/slide3.xml><?xml version="1.0" encoding="utf-8"?>
<p:sld xmlns:p="http://schemas.openxmlformats.org/presentationml/2006/main">
  <p:cSld>
    <p:bg>
      <p:bgPr>
        <a:solidFill xmlns:a="http://schemas.openxmlformats.org/drawingml/2006/main">
          <a:srgbClr val="0B3043"/>
        </a:solidFill>
      </p:bgPr>
    </p:bg>
    <p:spTree>
      <p:nvGrpSpPr>
        <p:cNvPr id="1" name=""/>
        <p:cNvGrpSpPr/>
        <p:nvPr/>
      </p:nvGrpSpPr>
      <p:grpSpPr>
        <a:xfrm xmlns:a="http://schemas.openxmlformats.org/drawingml/2006/main"/>
      </p:grpSpPr>
      <p:sp>
        <p:nvSpPr>
          <p:cNvPr id="8" name="text-12">
            <a:extLst xmlns:a="http://schemas.openxmlformats.org/drawingml/2006/main">
              <a:ext uri="{FF2B5EF4-FFF2-40B4-BE49-F238E27FC236}">
                <a16:creationId xmlns:a16="http://schemas.microsoft.com/office/drawing/2014/main" id="{42259C74-3B3F-4FBC-8F94-4E760386C575}"/>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Alcance de la versión 0.9.0</a:t>
            </a:r>
          </a:p>
        </p:txBody>
      </p:sp>
      <p:sp>
        <p:nvSpPr>
          <p:cNvPr id="2" name="text-13">
            <a:extLst xmlns:a="http://schemas.openxmlformats.org/drawingml/2006/main">
              <a:ext uri="{FF2B5EF4-FFF2-40B4-BE49-F238E27FC236}">
                <a16:creationId xmlns:a16="http://schemas.microsoft.com/office/drawing/2014/main" id="{1573FD54-8111-4B41-823E-9A6BDE87EAEC}"/>
              </a:ext>
            </a:extLst>
          </p:cNvPr>
          <p:cNvSpPr>
            <a:spLocks xmlns:a="http://schemas.openxmlformats.org/drawingml/2006/main" noGrp="1"/>
          </p:cNvSpPr>
          <p:nvPr/>
        </p:nvSpPr>
        <p:spPr>
          <a:xfrm xmlns:a="http://schemas.openxmlformats.org/drawingml/2006/main">
            <a:off x="609600" y="6419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BCACF"/>
                </a:solidFill>
                <a:latin typeface="Arial"/>
                <a:ea typeface="Arial"/>
                <a:cs typeface="Arial"/>
              </a:defRPr>
            </a:defPPr>
            <a:lvl1pPr algn="r">
              <a:defRPr sz="1125" b="0">
                <a:solidFill>
                  <a:srgbClr val="BBCACF"/>
                </a:solidFill>
                <a:latin typeface="Arial"/>
                <a:ea typeface="Arial"/>
                <a:cs typeface="Arial"/>
              </a:defRPr>
            </a:lvl1pPr>
            <a:lvl2pPr algn="r">
              <a:defRPr sz="1125" b="0">
                <a:solidFill>
                  <a:srgbClr val="BBCACF"/>
                </a:solidFill>
                <a:latin typeface="Arial"/>
                <a:ea typeface="Arial"/>
                <a:cs typeface="Arial"/>
              </a:defRPr>
            </a:lvl2pPr>
            <a:lvl3pPr algn="r">
              <a:defRPr sz="1125" b="0">
                <a:solidFill>
                  <a:srgbClr val="BBCACF"/>
                </a:solidFill>
                <a:latin typeface="Arial"/>
                <a:ea typeface="Arial"/>
                <a:cs typeface="Arial"/>
              </a:defRPr>
            </a:lvl3pPr>
            <a:lvl4pPr algn="r">
              <a:defRPr sz="1125" b="0">
                <a:solidFill>
                  <a:srgbClr val="BBCACF"/>
                </a:solidFill>
                <a:latin typeface="Arial"/>
                <a:ea typeface="Arial"/>
                <a:cs typeface="Arial"/>
              </a:defRPr>
            </a:lvl4pPr>
            <a:lvl5pPr algn="r">
              <a:defRPr sz="1125" b="0">
                <a:solidFill>
                  <a:srgbClr val="BBCACF"/>
                </a:solidFill>
                <a:latin typeface="Arial"/>
                <a:ea typeface="Arial"/>
                <a:cs typeface="Arial"/>
              </a:defRPr>
            </a:lvl5pPr>
            <a:lvl6pPr algn="r">
              <a:defRPr sz="1125" b="0">
                <a:solidFill>
                  <a:srgbClr val="BBCACF"/>
                </a:solidFill>
                <a:latin typeface="Arial"/>
                <a:ea typeface="Arial"/>
                <a:cs typeface="Arial"/>
              </a:defRPr>
            </a:lvl6pPr>
            <a:lvl7pPr algn="r">
              <a:defRPr sz="1125" b="0">
                <a:solidFill>
                  <a:srgbClr val="BBCACF"/>
                </a:solidFill>
                <a:latin typeface="Arial"/>
                <a:ea typeface="Arial"/>
                <a:cs typeface="Arial"/>
              </a:defRPr>
            </a:lvl7pPr>
            <a:lvl8pPr algn="r">
              <a:defRPr sz="1125" b="0">
                <a:solidFill>
                  <a:srgbClr val="BBCACF"/>
                </a:solidFill>
                <a:latin typeface="Arial"/>
                <a:ea typeface="Arial"/>
                <a:cs typeface="Arial"/>
              </a:defRPr>
            </a:lvl8pPr>
            <a:lvl9pPr algn="r">
              <a:defRPr sz="1125" b="0">
                <a:solidFill>
                  <a:srgbClr val="BBCACF"/>
                </a:solidFill>
                <a:latin typeface="Arial"/>
                <a:ea typeface="Arial"/>
                <a:cs typeface="Arial"/>
              </a:defRPr>
            </a:lvl9pPr>
          </a:lstStyle>
          <a:p xmlns:a="http://schemas.openxmlformats.org/drawingml/2006/main">
            <a:pPr algn="r">
              <a:defRPr sz="1125" b="0">
                <a:solidFill>
                  <a:srgbClr val="BBCACF"/>
                </a:solidFill>
                <a:latin typeface="Arial"/>
                <a:ea typeface="Arial"/>
                <a:cs typeface="Arial"/>
              </a:defRPr>
            </a:pPr>
            <a:r>
              <a:rPr sz="1125" b="0">
                <a:solidFill>
                  <a:srgbClr val="BBCACF"/>
                </a:solidFill>
                <a:latin typeface="Arial"/>
                <a:ea typeface="Arial"/>
                <a:cs typeface="Arial"/>
              </a:rPr>
              <a:t>Borrador v0.9.0   /   03</a:t>
            </a:r>
          </a:p>
        </p:txBody>
      </p:sp>
      <p:sp>
        <p:nvSpPr>
          <p:cNvPr id="3" name="text-14">
            <a:extLst xmlns:a="http://schemas.openxmlformats.org/drawingml/2006/main">
              <a:ext uri="{FF2B5EF4-FFF2-40B4-BE49-F238E27FC236}">
                <a16:creationId xmlns:a16="http://schemas.microsoft.com/office/drawing/2014/main" id="{DE4CD3F0-5F8F-4C5D-8480-056E9356FA63}"/>
              </a:ext>
            </a:extLst>
          </p:cNvPr>
          <p:cNvSpPr>
            <a:spLocks xmlns:a="http://schemas.openxmlformats.org/drawingml/2006/main" noGrp="1"/>
          </p:cNvSpPr>
          <p:nvPr/>
        </p:nvSpPr>
        <p:spPr>
          <a:xfrm xmlns:a="http://schemas.openxmlformats.org/drawingml/2006/main">
            <a:off x="609600" y="17240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A6D9CD"/>
                </a:solidFill>
                <a:latin typeface="Arial"/>
                <a:ea typeface="Arial"/>
                <a:cs typeface="Arial"/>
              </a:defRPr>
            </a:defPPr>
            <a:lvl1pPr algn="l">
              <a:defRPr sz="2250" b="1">
                <a:solidFill>
                  <a:srgbClr val="A6D9CD"/>
                </a:solidFill>
                <a:latin typeface="Arial"/>
                <a:ea typeface="Arial"/>
                <a:cs typeface="Arial"/>
              </a:defRPr>
            </a:lvl1pPr>
            <a:lvl2pPr algn="l">
              <a:defRPr sz="2250" b="1">
                <a:solidFill>
                  <a:srgbClr val="A6D9CD"/>
                </a:solidFill>
                <a:latin typeface="Arial"/>
                <a:ea typeface="Arial"/>
                <a:cs typeface="Arial"/>
              </a:defRPr>
            </a:lvl2pPr>
            <a:lvl3pPr algn="l">
              <a:defRPr sz="2250" b="1">
                <a:solidFill>
                  <a:srgbClr val="A6D9CD"/>
                </a:solidFill>
                <a:latin typeface="Arial"/>
                <a:ea typeface="Arial"/>
                <a:cs typeface="Arial"/>
              </a:defRPr>
            </a:lvl3pPr>
            <a:lvl4pPr algn="l">
              <a:defRPr sz="2250" b="1">
                <a:solidFill>
                  <a:srgbClr val="A6D9CD"/>
                </a:solidFill>
                <a:latin typeface="Arial"/>
                <a:ea typeface="Arial"/>
                <a:cs typeface="Arial"/>
              </a:defRPr>
            </a:lvl4pPr>
            <a:lvl5pPr algn="l">
              <a:defRPr sz="2250" b="1">
                <a:solidFill>
                  <a:srgbClr val="A6D9CD"/>
                </a:solidFill>
                <a:latin typeface="Arial"/>
                <a:ea typeface="Arial"/>
                <a:cs typeface="Arial"/>
              </a:defRPr>
            </a:lvl5pPr>
            <a:lvl6pPr algn="l">
              <a:defRPr sz="2250" b="1">
                <a:solidFill>
                  <a:srgbClr val="A6D9CD"/>
                </a:solidFill>
                <a:latin typeface="Arial"/>
                <a:ea typeface="Arial"/>
                <a:cs typeface="Arial"/>
              </a:defRPr>
            </a:lvl6pPr>
            <a:lvl7pPr algn="l">
              <a:defRPr sz="2250" b="1">
                <a:solidFill>
                  <a:srgbClr val="A6D9CD"/>
                </a:solidFill>
                <a:latin typeface="Arial"/>
                <a:ea typeface="Arial"/>
                <a:cs typeface="Arial"/>
              </a:defRPr>
            </a:lvl7pPr>
            <a:lvl8pPr algn="l">
              <a:defRPr sz="2250" b="1">
                <a:solidFill>
                  <a:srgbClr val="A6D9CD"/>
                </a:solidFill>
                <a:latin typeface="Arial"/>
                <a:ea typeface="Arial"/>
                <a:cs typeface="Arial"/>
              </a:defRPr>
            </a:lvl8pPr>
            <a:lvl9pPr algn="l">
              <a:defRPr sz="2250" b="1">
                <a:solidFill>
                  <a:srgbClr val="A6D9CD"/>
                </a:solidFill>
                <a:latin typeface="Arial"/>
                <a:ea typeface="Arial"/>
                <a:cs typeface="Arial"/>
              </a:defRPr>
            </a:lvl9pPr>
          </a:lstStyle>
          <a:p xmlns:a="http://schemas.openxmlformats.org/drawingml/2006/main">
            <a:pPr algn="l">
              <a:defRPr sz="2250" b="1">
                <a:solidFill>
                  <a:srgbClr val="A6D9CD"/>
                </a:solidFill>
                <a:latin typeface="Arial"/>
                <a:ea typeface="Arial"/>
                <a:cs typeface="Arial"/>
              </a:defRPr>
            </a:pPr>
            <a:r>
              <a:rPr sz="2250" b="1">
                <a:solidFill>
                  <a:srgbClr val="A6D9CD"/>
                </a:solidFill>
                <a:latin typeface="Arial"/>
                <a:ea typeface="Arial"/>
                <a:cs typeface="Arial"/>
              </a:rPr>
              <a:t>Recorrido disponible</a:t>
            </a:r>
          </a:p>
        </p:txBody>
      </p:sp>
      <p:sp>
        <p:nvSpPr>
          <p:cNvPr id="4" name="text-15">
            <a:extLst xmlns:a="http://schemas.openxmlformats.org/drawingml/2006/main">
              <a:ext uri="{FF2B5EF4-FFF2-40B4-BE49-F238E27FC236}">
                <a16:creationId xmlns:a16="http://schemas.microsoft.com/office/drawing/2014/main" id="{9580E852-FB68-4939-AE35-56A5568CE7CA}"/>
              </a:ext>
            </a:extLst>
          </p:cNvPr>
          <p:cNvSpPr>
            <a:spLocks xmlns:a="http://schemas.openxmlformats.org/drawingml/2006/main" noGrp="1"/>
          </p:cNvSpPr>
          <p:nvPr/>
        </p:nvSpPr>
        <p:spPr>
          <a:xfrm xmlns:a="http://schemas.openxmlformats.org/drawingml/2006/main">
            <a:off x="609600" y="2400300"/>
            <a:ext cx="54292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FFFFF"/>
                </a:solidFill>
                <a:latin typeface="Arial"/>
                <a:ea typeface="Arial"/>
                <a:cs typeface="Arial"/>
              </a:defRPr>
            </a:defPPr>
            <a:lvl1pPr algn="l">
              <a:defRPr sz="2400" b="0">
                <a:solidFill>
                  <a:srgbClr val="FFFFFF"/>
                </a:solidFill>
                <a:latin typeface="Arial"/>
                <a:ea typeface="Arial"/>
                <a:cs typeface="Arial"/>
              </a:defRPr>
            </a:lvl1pPr>
            <a:lvl2pPr algn="l">
              <a:defRPr sz="2400" b="0">
                <a:solidFill>
                  <a:srgbClr val="FFFFFF"/>
                </a:solidFill>
                <a:latin typeface="Arial"/>
                <a:ea typeface="Arial"/>
                <a:cs typeface="Arial"/>
              </a:defRPr>
            </a:lvl2pPr>
            <a:lvl3pPr algn="l">
              <a:defRPr sz="2400" b="0">
                <a:solidFill>
                  <a:srgbClr val="FFFFFF"/>
                </a:solidFill>
                <a:latin typeface="Arial"/>
                <a:ea typeface="Arial"/>
                <a:cs typeface="Arial"/>
              </a:defRPr>
            </a:lvl3pPr>
            <a:lvl4pPr algn="l">
              <a:defRPr sz="2400" b="0">
                <a:solidFill>
                  <a:srgbClr val="FFFFFF"/>
                </a:solidFill>
                <a:latin typeface="Arial"/>
                <a:ea typeface="Arial"/>
                <a:cs typeface="Arial"/>
              </a:defRPr>
            </a:lvl4pPr>
            <a:lvl5pPr algn="l">
              <a:defRPr sz="2400" b="0">
                <a:solidFill>
                  <a:srgbClr val="FFFFFF"/>
                </a:solidFill>
                <a:latin typeface="Arial"/>
                <a:ea typeface="Arial"/>
                <a:cs typeface="Arial"/>
              </a:defRPr>
            </a:lvl5pPr>
            <a:lvl6pPr algn="l">
              <a:defRPr sz="2400" b="0">
                <a:solidFill>
                  <a:srgbClr val="FFFFFF"/>
                </a:solidFill>
                <a:latin typeface="Arial"/>
                <a:ea typeface="Arial"/>
                <a:cs typeface="Arial"/>
              </a:defRPr>
            </a:lvl6pPr>
            <a:lvl7pPr algn="l">
              <a:defRPr sz="2400" b="0">
                <a:solidFill>
                  <a:srgbClr val="FFFFFF"/>
                </a:solidFill>
                <a:latin typeface="Arial"/>
                <a:ea typeface="Arial"/>
                <a:cs typeface="Arial"/>
              </a:defRPr>
            </a:lvl7pPr>
            <a:lvl8pPr algn="l">
              <a:defRPr sz="2400" b="0">
                <a:solidFill>
                  <a:srgbClr val="FFFFFF"/>
                </a:solidFill>
                <a:latin typeface="Arial"/>
                <a:ea typeface="Arial"/>
                <a:cs typeface="Arial"/>
              </a:defRPr>
            </a:lvl8pPr>
            <a:lvl9pPr algn="l">
              <a:defRPr sz="2400" b="0">
                <a:solidFill>
                  <a:srgbClr val="FFFFFF"/>
                </a:solidFill>
                <a:latin typeface="Arial"/>
                <a:ea typeface="Arial"/>
                <a:cs typeface="Arial"/>
              </a:defRPr>
            </a:lvl9pPr>
          </a:lstStyle>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Perfil y catálogo</a:t>
            </a:r>
          </a:p>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Radar con razones de coincidencia</a:t>
            </a:r>
          </a:p>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Documentos con texto por página</a:t>
            </a:r>
          </a:p>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Seguimiento y actividad de consultas</a:t>
            </a:r>
          </a:p>
        </p:txBody>
      </p:sp>
      <p:sp>
        <p:nvSpPr>
          <p:cNvPr id="5" name="text-16">
            <a:extLst xmlns:a="http://schemas.openxmlformats.org/drawingml/2006/main">
              <a:ext uri="{FF2B5EF4-FFF2-40B4-BE49-F238E27FC236}">
                <a16:creationId xmlns:a16="http://schemas.microsoft.com/office/drawing/2014/main" id="{9EED7454-4467-44CB-AA8E-3B64CC1F5A60}"/>
              </a:ext>
            </a:extLst>
          </p:cNvPr>
          <p:cNvSpPr>
            <a:spLocks xmlns:a="http://schemas.openxmlformats.org/drawingml/2006/main" noGrp="1"/>
          </p:cNvSpPr>
          <p:nvPr/>
        </p:nvSpPr>
        <p:spPr>
          <a:xfrm xmlns:a="http://schemas.openxmlformats.org/drawingml/2006/main">
            <a:off x="7181850" y="1724025"/>
            <a:ext cx="438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A6D9CD"/>
                </a:solidFill>
                <a:latin typeface="Arial"/>
                <a:ea typeface="Arial"/>
                <a:cs typeface="Arial"/>
              </a:defRPr>
            </a:defPPr>
            <a:lvl1pPr algn="l">
              <a:defRPr sz="2250" b="1">
                <a:solidFill>
                  <a:srgbClr val="A6D9CD"/>
                </a:solidFill>
                <a:latin typeface="Arial"/>
                <a:ea typeface="Arial"/>
                <a:cs typeface="Arial"/>
              </a:defRPr>
            </a:lvl1pPr>
            <a:lvl2pPr algn="l">
              <a:defRPr sz="2250" b="1">
                <a:solidFill>
                  <a:srgbClr val="A6D9CD"/>
                </a:solidFill>
                <a:latin typeface="Arial"/>
                <a:ea typeface="Arial"/>
                <a:cs typeface="Arial"/>
              </a:defRPr>
            </a:lvl2pPr>
            <a:lvl3pPr algn="l">
              <a:defRPr sz="2250" b="1">
                <a:solidFill>
                  <a:srgbClr val="A6D9CD"/>
                </a:solidFill>
                <a:latin typeface="Arial"/>
                <a:ea typeface="Arial"/>
                <a:cs typeface="Arial"/>
              </a:defRPr>
            </a:lvl3pPr>
            <a:lvl4pPr algn="l">
              <a:defRPr sz="2250" b="1">
                <a:solidFill>
                  <a:srgbClr val="A6D9CD"/>
                </a:solidFill>
                <a:latin typeface="Arial"/>
                <a:ea typeface="Arial"/>
                <a:cs typeface="Arial"/>
              </a:defRPr>
            </a:lvl4pPr>
            <a:lvl5pPr algn="l">
              <a:defRPr sz="2250" b="1">
                <a:solidFill>
                  <a:srgbClr val="A6D9CD"/>
                </a:solidFill>
                <a:latin typeface="Arial"/>
                <a:ea typeface="Arial"/>
                <a:cs typeface="Arial"/>
              </a:defRPr>
            </a:lvl5pPr>
            <a:lvl6pPr algn="l">
              <a:defRPr sz="2250" b="1">
                <a:solidFill>
                  <a:srgbClr val="A6D9CD"/>
                </a:solidFill>
                <a:latin typeface="Arial"/>
                <a:ea typeface="Arial"/>
                <a:cs typeface="Arial"/>
              </a:defRPr>
            </a:lvl6pPr>
            <a:lvl7pPr algn="l">
              <a:defRPr sz="2250" b="1">
                <a:solidFill>
                  <a:srgbClr val="A6D9CD"/>
                </a:solidFill>
                <a:latin typeface="Arial"/>
                <a:ea typeface="Arial"/>
                <a:cs typeface="Arial"/>
              </a:defRPr>
            </a:lvl7pPr>
            <a:lvl8pPr algn="l">
              <a:defRPr sz="2250" b="1">
                <a:solidFill>
                  <a:srgbClr val="A6D9CD"/>
                </a:solidFill>
                <a:latin typeface="Arial"/>
                <a:ea typeface="Arial"/>
                <a:cs typeface="Arial"/>
              </a:defRPr>
            </a:lvl8pPr>
            <a:lvl9pPr algn="l">
              <a:defRPr sz="2250" b="1">
                <a:solidFill>
                  <a:srgbClr val="A6D9CD"/>
                </a:solidFill>
                <a:latin typeface="Arial"/>
                <a:ea typeface="Arial"/>
                <a:cs typeface="Arial"/>
              </a:defRPr>
            </a:lvl9pPr>
          </a:lstStyle>
          <a:p xmlns:a="http://schemas.openxmlformats.org/drawingml/2006/main">
            <a:pPr algn="l">
              <a:defRPr sz="2250" b="1">
                <a:solidFill>
                  <a:srgbClr val="A6D9CD"/>
                </a:solidFill>
                <a:latin typeface="Arial"/>
                <a:ea typeface="Arial"/>
                <a:cs typeface="Arial"/>
              </a:defRPr>
            </a:pPr>
            <a:r>
              <a:rPr sz="2250" b="1">
                <a:solidFill>
                  <a:srgbClr val="A6D9CD"/>
                </a:solidFill>
                <a:latin typeface="Arial"/>
                <a:ea typeface="Arial"/>
                <a:cs typeface="Arial"/>
              </a:rPr>
              <a:t>Límites del producto</a:t>
            </a:r>
          </a:p>
        </p:txBody>
      </p:sp>
      <p:sp>
        <p:nvSpPr>
          <p:cNvPr id="6" name="text-17">
            <a:extLst xmlns:a="http://schemas.openxmlformats.org/drawingml/2006/main">
              <a:ext uri="{FF2B5EF4-FFF2-40B4-BE49-F238E27FC236}">
                <a16:creationId xmlns:a16="http://schemas.microsoft.com/office/drawing/2014/main" id="{FFC38C61-0692-45A7-9BA1-B526B5D34BCD}"/>
              </a:ext>
            </a:extLst>
          </p:cNvPr>
          <p:cNvSpPr>
            <a:spLocks xmlns:a="http://schemas.openxmlformats.org/drawingml/2006/main" noGrp="1"/>
          </p:cNvSpPr>
          <p:nvPr/>
        </p:nvSpPr>
        <p:spPr>
          <a:xfrm xmlns:a="http://schemas.openxmlformats.org/drawingml/2006/main">
            <a:off x="7181850" y="2400300"/>
            <a:ext cx="42672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Una empresa y una cuenta por instalación.</a:t>
            </a:r>
          </a:p>
          <a:p xmlns:a="http://schemas.openxmlformats.org/drawingml/2006/main">
            <a:r>
              <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La revisión del expediente sigue a cargo de la persona.</a:t>
            </a:r>
          </a:p>
        </p:txBody>
      </p:sp>
      <p:sp>
        <p:nvSpPr>
          <p:cNvPr id="7" name="text-18">
            <a:extLst xmlns:a="http://schemas.openxmlformats.org/drawingml/2006/main">
              <a:ext uri="{FF2B5EF4-FFF2-40B4-BE49-F238E27FC236}">
                <a16:creationId xmlns:a16="http://schemas.microsoft.com/office/drawing/2014/main" id="{4B30BBB4-7C10-4EF0-BCD6-84B30B3E67CA}"/>
              </a:ext>
            </a:extLst>
          </p:cNvPr>
          <p:cNvSpPr>
            <a:spLocks xmlns:a="http://schemas.openxmlformats.org/drawingml/2006/main" noGrp="1"/>
          </p:cNvSpPr>
          <p:nvPr/>
        </p:nvSpPr>
        <p:spPr>
          <a:xfrm xmlns:a="http://schemas.openxmlformats.org/drawingml/2006/main">
            <a:off x="609600" y="561975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8D6DB"/>
                </a:solidFill>
                <a:latin typeface="Arial"/>
                <a:ea typeface="Arial"/>
                <a:cs typeface="Arial"/>
              </a:defRPr>
            </a:defPPr>
            <a:lvl1pPr algn="l">
              <a:defRPr sz="1875" b="0">
                <a:solidFill>
                  <a:srgbClr val="C8D6DB"/>
                </a:solidFill>
                <a:latin typeface="Arial"/>
                <a:ea typeface="Arial"/>
                <a:cs typeface="Arial"/>
              </a:defRPr>
            </a:lvl1pPr>
            <a:lvl2pPr algn="l">
              <a:defRPr sz="1875" b="0">
                <a:solidFill>
                  <a:srgbClr val="C8D6DB"/>
                </a:solidFill>
                <a:latin typeface="Arial"/>
                <a:ea typeface="Arial"/>
                <a:cs typeface="Arial"/>
              </a:defRPr>
            </a:lvl2pPr>
            <a:lvl3pPr algn="l">
              <a:defRPr sz="1875" b="0">
                <a:solidFill>
                  <a:srgbClr val="C8D6DB"/>
                </a:solidFill>
                <a:latin typeface="Arial"/>
                <a:ea typeface="Arial"/>
                <a:cs typeface="Arial"/>
              </a:defRPr>
            </a:lvl3pPr>
            <a:lvl4pPr algn="l">
              <a:defRPr sz="1875" b="0">
                <a:solidFill>
                  <a:srgbClr val="C8D6DB"/>
                </a:solidFill>
                <a:latin typeface="Arial"/>
                <a:ea typeface="Arial"/>
                <a:cs typeface="Arial"/>
              </a:defRPr>
            </a:lvl4pPr>
            <a:lvl5pPr algn="l">
              <a:defRPr sz="1875" b="0">
                <a:solidFill>
                  <a:srgbClr val="C8D6DB"/>
                </a:solidFill>
                <a:latin typeface="Arial"/>
                <a:ea typeface="Arial"/>
                <a:cs typeface="Arial"/>
              </a:defRPr>
            </a:lvl5pPr>
            <a:lvl6pPr algn="l">
              <a:defRPr sz="1875" b="0">
                <a:solidFill>
                  <a:srgbClr val="C8D6DB"/>
                </a:solidFill>
                <a:latin typeface="Arial"/>
                <a:ea typeface="Arial"/>
                <a:cs typeface="Arial"/>
              </a:defRPr>
            </a:lvl6pPr>
            <a:lvl7pPr algn="l">
              <a:defRPr sz="1875" b="0">
                <a:solidFill>
                  <a:srgbClr val="C8D6DB"/>
                </a:solidFill>
                <a:latin typeface="Arial"/>
                <a:ea typeface="Arial"/>
                <a:cs typeface="Arial"/>
              </a:defRPr>
            </a:lvl7pPr>
            <a:lvl8pPr algn="l">
              <a:defRPr sz="1875" b="0">
                <a:solidFill>
                  <a:srgbClr val="C8D6DB"/>
                </a:solidFill>
                <a:latin typeface="Arial"/>
                <a:ea typeface="Arial"/>
                <a:cs typeface="Arial"/>
              </a:defRPr>
            </a:lvl8pPr>
            <a:lvl9pPr algn="l">
              <a:defRPr sz="1875" b="0">
                <a:solidFill>
                  <a:srgbClr val="C8D6DB"/>
                </a:solidFill>
                <a:latin typeface="Arial"/>
                <a:ea typeface="Arial"/>
                <a:cs typeface="Arial"/>
              </a:defRPr>
            </a:lvl9pPr>
          </a:lstStyle>
          <a:p xmlns:a="http://schemas.openxmlformats.org/drawingml/2006/main">
            <a:pPr algn="l">
              <a:defRPr sz="1875" b="0">
                <a:solidFill>
                  <a:srgbClr val="C8D6DB"/>
                </a:solidFill>
                <a:latin typeface="Arial"/>
                <a:ea typeface="Arial"/>
                <a:cs typeface="Arial"/>
              </a:defRPr>
            </a:pPr>
            <a:r>
              <a:rPr sz="1875" b="0">
                <a:solidFill>
                  <a:srgbClr val="C8D6DB"/>
                </a:solidFill>
                <a:latin typeface="Arial"/>
                <a:ea typeface="Arial"/>
                <a:cs typeface="Arial"/>
              </a:rPr>
              <a:t>La afinidad orienta la revisión. La participación requiere verificar condiciones y fuente.</a:t>
            </a:r>
          </a:p>
        </p:txBody>
      </p:sp>
    </p:spTree>
    <p:extLst>
      <p:ext uri="{BB962C8B-B14F-4D97-AF65-F5344CB8AC3E}">
        <p14:creationId xmlns:p14="http://schemas.microsoft.com/office/powerpoint/2010/main" val="1974985220"/>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text-19">
            <a:extLst xmlns:a="http://schemas.openxmlformats.org/drawingml/2006/main">
              <a:ext uri="{FF2B5EF4-FFF2-40B4-BE49-F238E27FC236}">
                <a16:creationId xmlns:a16="http://schemas.microsoft.com/office/drawing/2014/main" id="{A59F96FD-CC26-469B-942F-3A9DF96D9374}"/>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0B3043"/>
                </a:solidFill>
                <a:latin typeface="Arial"/>
                <a:ea typeface="Arial"/>
                <a:cs typeface="Arial"/>
              </a:defRPr>
            </a:defPPr>
            <a:lvl1pPr algn="l">
              <a:defRPr sz="3375" b="1">
                <a:solidFill>
                  <a:srgbClr val="0B3043"/>
                </a:solidFill>
                <a:latin typeface="Arial"/>
                <a:ea typeface="Arial"/>
                <a:cs typeface="Arial"/>
              </a:defRPr>
            </a:lvl1pPr>
            <a:lvl2pPr algn="l">
              <a:defRPr sz="3375" b="1">
                <a:solidFill>
                  <a:srgbClr val="0B3043"/>
                </a:solidFill>
                <a:latin typeface="Arial"/>
                <a:ea typeface="Arial"/>
                <a:cs typeface="Arial"/>
              </a:defRPr>
            </a:lvl2pPr>
            <a:lvl3pPr algn="l">
              <a:defRPr sz="3375" b="1">
                <a:solidFill>
                  <a:srgbClr val="0B3043"/>
                </a:solidFill>
                <a:latin typeface="Arial"/>
                <a:ea typeface="Arial"/>
                <a:cs typeface="Arial"/>
              </a:defRPr>
            </a:lvl3pPr>
            <a:lvl4pPr algn="l">
              <a:defRPr sz="3375" b="1">
                <a:solidFill>
                  <a:srgbClr val="0B3043"/>
                </a:solidFill>
                <a:latin typeface="Arial"/>
                <a:ea typeface="Arial"/>
                <a:cs typeface="Arial"/>
              </a:defRPr>
            </a:lvl4pPr>
            <a:lvl5pPr algn="l">
              <a:defRPr sz="3375" b="1">
                <a:solidFill>
                  <a:srgbClr val="0B3043"/>
                </a:solidFill>
                <a:latin typeface="Arial"/>
                <a:ea typeface="Arial"/>
                <a:cs typeface="Arial"/>
              </a:defRPr>
            </a:lvl5pPr>
            <a:lvl6pPr algn="l">
              <a:defRPr sz="3375" b="1">
                <a:solidFill>
                  <a:srgbClr val="0B3043"/>
                </a:solidFill>
                <a:latin typeface="Arial"/>
                <a:ea typeface="Arial"/>
                <a:cs typeface="Arial"/>
              </a:defRPr>
            </a:lvl6pPr>
            <a:lvl7pPr algn="l">
              <a:defRPr sz="3375" b="1">
                <a:solidFill>
                  <a:srgbClr val="0B3043"/>
                </a:solidFill>
                <a:latin typeface="Arial"/>
                <a:ea typeface="Arial"/>
                <a:cs typeface="Arial"/>
              </a:defRPr>
            </a:lvl7pPr>
            <a:lvl8pPr algn="l">
              <a:defRPr sz="3375" b="1">
                <a:solidFill>
                  <a:srgbClr val="0B3043"/>
                </a:solidFill>
                <a:latin typeface="Arial"/>
                <a:ea typeface="Arial"/>
                <a:cs typeface="Arial"/>
              </a:defRPr>
            </a:lvl8pPr>
            <a:lvl9pPr algn="l">
              <a:defRPr sz="3375" b="1">
                <a:solidFill>
                  <a:srgbClr val="0B3043"/>
                </a:solidFill>
                <a:latin typeface="Arial"/>
                <a:ea typeface="Arial"/>
                <a:cs typeface="Arial"/>
              </a:defRPr>
            </a:lvl9pPr>
          </a:lstStyle>
          <a:p xmlns:a="http://schemas.openxmlformats.org/drawingml/2006/main">
            <a:pPr algn="l">
              <a:defRPr sz="3375" b="1">
                <a:solidFill>
                  <a:srgbClr val="0B3043"/>
                </a:solidFill>
                <a:latin typeface="Arial"/>
                <a:ea typeface="Arial"/>
                <a:cs typeface="Arial"/>
              </a:defRPr>
            </a:pPr>
            <a:r>
              <a:rPr sz="3375" b="1">
                <a:solidFill>
                  <a:srgbClr val="0B3043"/>
                </a:solidFill>
                <a:latin typeface="Arial"/>
                <a:ea typeface="Arial"/>
                <a:cs typeface="Arial"/>
              </a:rPr>
              <a:t>El catálogo explica qué ofrece Brújula TI</a:t>
            </a:r>
          </a:p>
        </p:txBody>
      </p:sp>
      <p:sp>
        <p:nvSpPr>
          <p:cNvPr id="2" name="text-20">
            <a:extLst xmlns:a="http://schemas.openxmlformats.org/drawingml/2006/main">
              <a:ext uri="{FF2B5EF4-FFF2-40B4-BE49-F238E27FC236}">
                <a16:creationId xmlns:a16="http://schemas.microsoft.com/office/drawing/2014/main" id="{AA089184-EDC1-4997-9BFE-076992179808}"/>
              </a:ext>
            </a:extLst>
          </p:cNvPr>
          <p:cNvSpPr>
            <a:spLocks xmlns:a="http://schemas.openxmlformats.org/drawingml/2006/main" noGrp="1"/>
          </p:cNvSpPr>
          <p:nvPr/>
        </p:nvSpPr>
        <p:spPr>
          <a:xfrm xmlns:a="http://schemas.openxmlformats.org/drawingml/2006/main">
            <a:off x="609600" y="6419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57078"/>
                </a:solidFill>
                <a:latin typeface="Arial"/>
                <a:ea typeface="Arial"/>
                <a:cs typeface="Arial"/>
              </a:defRPr>
            </a:defPPr>
            <a:lvl1pPr algn="r">
              <a:defRPr sz="1125" b="0">
                <a:solidFill>
                  <a:srgbClr val="557078"/>
                </a:solidFill>
                <a:latin typeface="Arial"/>
                <a:ea typeface="Arial"/>
                <a:cs typeface="Arial"/>
              </a:defRPr>
            </a:lvl1pPr>
            <a:lvl2pPr algn="r">
              <a:defRPr sz="1125" b="0">
                <a:solidFill>
                  <a:srgbClr val="557078"/>
                </a:solidFill>
                <a:latin typeface="Arial"/>
                <a:ea typeface="Arial"/>
                <a:cs typeface="Arial"/>
              </a:defRPr>
            </a:lvl2pPr>
            <a:lvl3pPr algn="r">
              <a:defRPr sz="1125" b="0">
                <a:solidFill>
                  <a:srgbClr val="557078"/>
                </a:solidFill>
                <a:latin typeface="Arial"/>
                <a:ea typeface="Arial"/>
                <a:cs typeface="Arial"/>
              </a:defRPr>
            </a:lvl3pPr>
            <a:lvl4pPr algn="r">
              <a:defRPr sz="1125" b="0">
                <a:solidFill>
                  <a:srgbClr val="557078"/>
                </a:solidFill>
                <a:latin typeface="Arial"/>
                <a:ea typeface="Arial"/>
                <a:cs typeface="Arial"/>
              </a:defRPr>
            </a:lvl4pPr>
            <a:lvl5pPr algn="r">
              <a:defRPr sz="1125" b="0">
                <a:solidFill>
                  <a:srgbClr val="557078"/>
                </a:solidFill>
                <a:latin typeface="Arial"/>
                <a:ea typeface="Arial"/>
                <a:cs typeface="Arial"/>
              </a:defRPr>
            </a:lvl5pPr>
            <a:lvl6pPr algn="r">
              <a:defRPr sz="1125" b="0">
                <a:solidFill>
                  <a:srgbClr val="557078"/>
                </a:solidFill>
                <a:latin typeface="Arial"/>
                <a:ea typeface="Arial"/>
                <a:cs typeface="Arial"/>
              </a:defRPr>
            </a:lvl6pPr>
            <a:lvl7pPr algn="r">
              <a:defRPr sz="1125" b="0">
                <a:solidFill>
                  <a:srgbClr val="557078"/>
                </a:solidFill>
                <a:latin typeface="Arial"/>
                <a:ea typeface="Arial"/>
                <a:cs typeface="Arial"/>
              </a:defRPr>
            </a:lvl7pPr>
            <a:lvl8pPr algn="r">
              <a:defRPr sz="1125" b="0">
                <a:solidFill>
                  <a:srgbClr val="557078"/>
                </a:solidFill>
                <a:latin typeface="Arial"/>
                <a:ea typeface="Arial"/>
                <a:cs typeface="Arial"/>
              </a:defRPr>
            </a:lvl8pPr>
            <a:lvl9pPr algn="r">
              <a:defRPr sz="1125" b="0">
                <a:solidFill>
                  <a:srgbClr val="557078"/>
                </a:solidFill>
                <a:latin typeface="Arial"/>
                <a:ea typeface="Arial"/>
                <a:cs typeface="Arial"/>
              </a:defRPr>
            </a:lvl9pPr>
          </a:lstStyle>
          <a:p xmlns:a="http://schemas.openxmlformats.org/drawingml/2006/main">
            <a:pPr algn="r">
              <a:defRPr sz="1125" b="0">
                <a:solidFill>
                  <a:srgbClr val="557078"/>
                </a:solidFill>
                <a:latin typeface="Arial"/>
                <a:ea typeface="Arial"/>
                <a:cs typeface="Arial"/>
              </a:defRPr>
            </a:pPr>
            <a:r>
              <a:rPr sz="1125" b="0">
                <a:solidFill>
                  <a:srgbClr val="557078"/>
                </a:solidFill>
                <a:latin typeface="Arial"/>
                <a:ea typeface="Arial"/>
                <a:cs typeface="Arial"/>
              </a:rPr>
              <a:t>Borrador v0.9.0   /   04</a:t>
            </a:r>
          </a:p>
        </p:txBody>
      </p:sp>
      <p:sp>
        <p:nvSpPr>
          <p:cNvPr id="3" name="text-21">
            <a:extLst xmlns:a="http://schemas.openxmlformats.org/drawingml/2006/main">
              <a:ext uri="{FF2B5EF4-FFF2-40B4-BE49-F238E27FC236}">
                <a16:creationId xmlns:a16="http://schemas.microsoft.com/office/drawing/2014/main" id="{E8963E00-2B64-4620-B4FB-E88527BDA7BE}"/>
              </a:ext>
            </a:extLst>
          </p:cNvPr>
          <p:cNvSpPr>
            <a:spLocks xmlns:a="http://schemas.openxmlformats.org/drawingml/2006/main" noGrp="1"/>
          </p:cNvSpPr>
          <p:nvPr/>
        </p:nvSpPr>
        <p:spPr>
          <a:xfrm xmlns:a="http://schemas.openxmlformats.org/drawingml/2006/main">
            <a:off x="609600" y="1695450"/>
            <a:ext cx="66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08F7B"/>
                </a:solidFill>
                <a:latin typeface="Arial"/>
                <a:ea typeface="Arial"/>
                <a:cs typeface="Arial"/>
              </a:defRPr>
            </a:defPPr>
            <a:lvl1pPr algn="l">
              <a:defRPr sz="3900" b="1">
                <a:solidFill>
                  <a:srgbClr val="008F7B"/>
                </a:solidFill>
                <a:latin typeface="Arial"/>
                <a:ea typeface="Arial"/>
                <a:cs typeface="Arial"/>
              </a:defRPr>
            </a:lvl1pPr>
            <a:lvl2pPr algn="l">
              <a:defRPr sz="3900" b="1">
                <a:solidFill>
                  <a:srgbClr val="008F7B"/>
                </a:solidFill>
                <a:latin typeface="Arial"/>
                <a:ea typeface="Arial"/>
                <a:cs typeface="Arial"/>
              </a:defRPr>
            </a:lvl2pPr>
            <a:lvl3pPr algn="l">
              <a:defRPr sz="3900" b="1">
                <a:solidFill>
                  <a:srgbClr val="008F7B"/>
                </a:solidFill>
                <a:latin typeface="Arial"/>
                <a:ea typeface="Arial"/>
                <a:cs typeface="Arial"/>
              </a:defRPr>
            </a:lvl3pPr>
            <a:lvl4pPr algn="l">
              <a:defRPr sz="3900" b="1">
                <a:solidFill>
                  <a:srgbClr val="008F7B"/>
                </a:solidFill>
                <a:latin typeface="Arial"/>
                <a:ea typeface="Arial"/>
                <a:cs typeface="Arial"/>
              </a:defRPr>
            </a:lvl4pPr>
            <a:lvl5pPr algn="l">
              <a:defRPr sz="3900" b="1">
                <a:solidFill>
                  <a:srgbClr val="008F7B"/>
                </a:solidFill>
                <a:latin typeface="Arial"/>
                <a:ea typeface="Arial"/>
                <a:cs typeface="Arial"/>
              </a:defRPr>
            </a:lvl5pPr>
            <a:lvl6pPr algn="l">
              <a:defRPr sz="3900" b="1">
                <a:solidFill>
                  <a:srgbClr val="008F7B"/>
                </a:solidFill>
                <a:latin typeface="Arial"/>
                <a:ea typeface="Arial"/>
                <a:cs typeface="Arial"/>
              </a:defRPr>
            </a:lvl6pPr>
            <a:lvl7pPr algn="l">
              <a:defRPr sz="3900" b="1">
                <a:solidFill>
                  <a:srgbClr val="008F7B"/>
                </a:solidFill>
                <a:latin typeface="Arial"/>
                <a:ea typeface="Arial"/>
                <a:cs typeface="Arial"/>
              </a:defRPr>
            </a:lvl7pPr>
            <a:lvl8pPr algn="l">
              <a:defRPr sz="3900" b="1">
                <a:solidFill>
                  <a:srgbClr val="008F7B"/>
                </a:solidFill>
                <a:latin typeface="Arial"/>
                <a:ea typeface="Arial"/>
                <a:cs typeface="Arial"/>
              </a:defRPr>
            </a:lvl8pPr>
            <a:lvl9pPr algn="l">
              <a:defRPr sz="3900" b="1">
                <a:solidFill>
                  <a:srgbClr val="008F7B"/>
                </a:solidFill>
                <a:latin typeface="Arial"/>
                <a:ea typeface="Arial"/>
                <a:cs typeface="Arial"/>
              </a:defRPr>
            </a:lvl9pPr>
          </a:lstStyle>
          <a:p xmlns:a="http://schemas.openxmlformats.org/drawingml/2006/main">
            <a:pPr algn="l">
              <a:defRPr sz="3900" b="1">
                <a:solidFill>
                  <a:srgbClr val="008F7B"/>
                </a:solidFill>
                <a:latin typeface="Arial"/>
                <a:ea typeface="Arial"/>
                <a:cs typeface="Arial"/>
              </a:defRPr>
            </a:pPr>
            <a:r>
              <a:rPr sz="3900" b="1">
                <a:solidFill>
                  <a:srgbClr val="008F7B"/>
                </a:solidFill>
                <a:latin typeface="Arial"/>
                <a:ea typeface="Arial"/>
                <a:cs typeface="Arial"/>
              </a:rPr>
              <a:t>1</a:t>
            </a:r>
          </a:p>
        </p:txBody>
      </p:sp>
      <p:sp>
        <p:nvSpPr>
          <p:cNvPr id="4" name="text-22">
            <a:extLst xmlns:a="http://schemas.openxmlformats.org/drawingml/2006/main">
              <a:ext uri="{FF2B5EF4-FFF2-40B4-BE49-F238E27FC236}">
                <a16:creationId xmlns:a16="http://schemas.microsoft.com/office/drawing/2014/main" id="{C63F0592-F69A-446F-9014-5A1A7C82DCDB}"/>
              </a:ext>
            </a:extLst>
          </p:cNvPr>
          <p:cNvSpPr>
            <a:spLocks xmlns:a="http://schemas.openxmlformats.org/drawingml/2006/main" noGrp="1"/>
          </p:cNvSpPr>
          <p:nvPr/>
        </p:nvSpPr>
        <p:spPr>
          <a:xfrm xmlns:a="http://schemas.openxmlformats.org/drawingml/2006/main">
            <a:off x="609600" y="2524125"/>
            <a:ext cx="3105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B3043"/>
                </a:solidFill>
                <a:latin typeface="Arial"/>
                <a:ea typeface="Arial"/>
                <a:cs typeface="Arial"/>
              </a:defRPr>
            </a:defPPr>
            <a:lvl1pPr algn="l">
              <a:defRPr sz="2400" b="1">
                <a:solidFill>
                  <a:srgbClr val="0B3043"/>
                </a:solidFill>
                <a:latin typeface="Arial"/>
                <a:ea typeface="Arial"/>
                <a:cs typeface="Arial"/>
              </a:defRPr>
            </a:lvl1pPr>
            <a:lvl2pPr algn="l">
              <a:defRPr sz="2400" b="1">
                <a:solidFill>
                  <a:srgbClr val="0B3043"/>
                </a:solidFill>
                <a:latin typeface="Arial"/>
                <a:ea typeface="Arial"/>
                <a:cs typeface="Arial"/>
              </a:defRPr>
            </a:lvl2pPr>
            <a:lvl3pPr algn="l">
              <a:defRPr sz="2400" b="1">
                <a:solidFill>
                  <a:srgbClr val="0B3043"/>
                </a:solidFill>
                <a:latin typeface="Arial"/>
                <a:ea typeface="Arial"/>
                <a:cs typeface="Arial"/>
              </a:defRPr>
            </a:lvl3pPr>
            <a:lvl4pPr algn="l">
              <a:defRPr sz="2400" b="1">
                <a:solidFill>
                  <a:srgbClr val="0B3043"/>
                </a:solidFill>
                <a:latin typeface="Arial"/>
                <a:ea typeface="Arial"/>
                <a:cs typeface="Arial"/>
              </a:defRPr>
            </a:lvl4pPr>
            <a:lvl5pPr algn="l">
              <a:defRPr sz="2400" b="1">
                <a:solidFill>
                  <a:srgbClr val="0B3043"/>
                </a:solidFill>
                <a:latin typeface="Arial"/>
                <a:ea typeface="Arial"/>
                <a:cs typeface="Arial"/>
              </a:defRPr>
            </a:lvl5pPr>
            <a:lvl6pPr algn="l">
              <a:defRPr sz="2400" b="1">
                <a:solidFill>
                  <a:srgbClr val="0B3043"/>
                </a:solidFill>
                <a:latin typeface="Arial"/>
                <a:ea typeface="Arial"/>
                <a:cs typeface="Arial"/>
              </a:defRPr>
            </a:lvl6pPr>
            <a:lvl7pPr algn="l">
              <a:defRPr sz="2400" b="1">
                <a:solidFill>
                  <a:srgbClr val="0B3043"/>
                </a:solidFill>
                <a:latin typeface="Arial"/>
                <a:ea typeface="Arial"/>
                <a:cs typeface="Arial"/>
              </a:defRPr>
            </a:lvl7pPr>
            <a:lvl8pPr algn="l">
              <a:defRPr sz="2400" b="1">
                <a:solidFill>
                  <a:srgbClr val="0B3043"/>
                </a:solidFill>
                <a:latin typeface="Arial"/>
                <a:ea typeface="Arial"/>
                <a:cs typeface="Arial"/>
              </a:defRPr>
            </a:lvl8pPr>
            <a:lvl9pPr algn="l">
              <a:defRPr sz="2400" b="1">
                <a:solidFill>
                  <a:srgbClr val="0B3043"/>
                </a:solidFill>
                <a:latin typeface="Arial"/>
                <a:ea typeface="Arial"/>
                <a:cs typeface="Arial"/>
              </a:defRPr>
            </a:lvl9pPr>
          </a:lstStyle>
          <a:p xmlns:a="http://schemas.openxmlformats.org/drawingml/2006/main">
            <a:pPr algn="l">
              <a:defRPr sz="2400" b="1">
                <a:solidFill>
                  <a:srgbClr val="0B3043"/>
                </a:solidFill>
                <a:latin typeface="Arial"/>
                <a:ea typeface="Arial"/>
                <a:cs typeface="Arial"/>
              </a:defRPr>
            </a:pPr>
            <a:r>
              <a:rPr sz="2400" b="1">
                <a:solidFill>
                  <a:srgbClr val="0B3043"/>
                </a:solidFill>
                <a:latin typeface="Arial"/>
                <a:ea typeface="Arial"/>
                <a:cs typeface="Arial"/>
              </a:rPr>
              <a:t>Confirmar el perfil</a:t>
            </a:r>
          </a:p>
        </p:txBody>
      </p:sp>
      <p:sp>
        <p:nvSpPr>
          <p:cNvPr id="5" name="text-23">
            <a:extLst xmlns:a="http://schemas.openxmlformats.org/drawingml/2006/main">
              <a:ext uri="{FF2B5EF4-FFF2-40B4-BE49-F238E27FC236}">
                <a16:creationId xmlns:a16="http://schemas.microsoft.com/office/drawing/2014/main" id="{FDC73212-B8DA-48B3-94E8-7DEDD7FEF7EB}"/>
              </a:ext>
            </a:extLst>
          </p:cNvPr>
          <p:cNvSpPr>
            <a:spLocks xmlns:a="http://schemas.openxmlformats.org/drawingml/2006/main" noGrp="1"/>
          </p:cNvSpPr>
          <p:nvPr/>
        </p:nvSpPr>
        <p:spPr>
          <a:xfrm xmlns:a="http://schemas.openxmlformats.org/drawingml/2006/main">
            <a:off x="609600" y="3457575"/>
            <a:ext cx="304800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744"/>
                </a:solidFill>
                <a:latin typeface="Arial"/>
                <a:ea typeface="Arial"/>
                <a:cs typeface="Arial"/>
              </a:defRPr>
            </a:defPPr>
            <a:lvl1pPr algn="l">
              <a:defRPr sz="2100" b="0">
                <a:solidFill>
                  <a:srgbClr val="173744"/>
                </a:solidFill>
                <a:latin typeface="Arial"/>
                <a:ea typeface="Arial"/>
                <a:cs typeface="Arial"/>
              </a:defRPr>
            </a:lvl1pPr>
            <a:lvl2pPr algn="l">
              <a:defRPr sz="2100" b="0">
                <a:solidFill>
                  <a:srgbClr val="173744"/>
                </a:solidFill>
                <a:latin typeface="Arial"/>
                <a:ea typeface="Arial"/>
                <a:cs typeface="Arial"/>
              </a:defRPr>
            </a:lvl2pPr>
            <a:lvl3pPr algn="l">
              <a:defRPr sz="2100" b="0">
                <a:solidFill>
                  <a:srgbClr val="173744"/>
                </a:solidFill>
                <a:latin typeface="Arial"/>
                <a:ea typeface="Arial"/>
                <a:cs typeface="Arial"/>
              </a:defRPr>
            </a:lvl3pPr>
            <a:lvl4pPr algn="l">
              <a:defRPr sz="2100" b="0">
                <a:solidFill>
                  <a:srgbClr val="173744"/>
                </a:solidFill>
                <a:latin typeface="Arial"/>
                <a:ea typeface="Arial"/>
                <a:cs typeface="Arial"/>
              </a:defRPr>
            </a:lvl4pPr>
            <a:lvl5pPr algn="l">
              <a:defRPr sz="2100" b="0">
                <a:solidFill>
                  <a:srgbClr val="173744"/>
                </a:solidFill>
                <a:latin typeface="Arial"/>
                <a:ea typeface="Arial"/>
                <a:cs typeface="Arial"/>
              </a:defRPr>
            </a:lvl5pPr>
            <a:lvl6pPr algn="l">
              <a:defRPr sz="2100" b="0">
                <a:solidFill>
                  <a:srgbClr val="173744"/>
                </a:solidFill>
                <a:latin typeface="Arial"/>
                <a:ea typeface="Arial"/>
                <a:cs typeface="Arial"/>
              </a:defRPr>
            </a:lvl6pPr>
            <a:lvl7pPr algn="l">
              <a:defRPr sz="2100" b="0">
                <a:solidFill>
                  <a:srgbClr val="173744"/>
                </a:solidFill>
                <a:latin typeface="Arial"/>
                <a:ea typeface="Arial"/>
                <a:cs typeface="Arial"/>
              </a:defRPr>
            </a:lvl7pPr>
            <a:lvl8pPr algn="l">
              <a:defRPr sz="2100" b="0">
                <a:solidFill>
                  <a:srgbClr val="173744"/>
                </a:solidFill>
                <a:latin typeface="Arial"/>
                <a:ea typeface="Arial"/>
                <a:cs typeface="Arial"/>
              </a:defRPr>
            </a:lvl8pPr>
            <a:lvl9pPr algn="l">
              <a:defRPr sz="2100" b="0">
                <a:solidFill>
                  <a:srgbClr val="173744"/>
                </a:solidFill>
                <a:latin typeface="Arial"/>
                <a:ea typeface="Arial"/>
                <a:cs typeface="Arial"/>
              </a:defRPr>
            </a:lvl9pPr>
          </a:lstStyle>
          <a:p xmlns:a="http://schemas.openxmlformats.org/drawingml/2006/main">
            <a:pPr algn="l">
              <a:defRPr sz="2100" b="0">
                <a:solidFill>
                  <a:srgbClr val="173744"/>
                </a:solidFill>
                <a:latin typeface="Arial"/>
                <a:ea typeface="Arial"/>
                <a:cs typeface="Arial"/>
              </a:defRPr>
            </a:pPr>
            <a:r>
              <a:rPr sz="2100" b="0">
                <a:solidFill>
                  <a:srgbClr val="173744"/>
                </a:solidFill>
                <a:latin typeface="Arial"/>
                <a:ea typeface="Arial"/>
                <a:cs typeface="Arial"/>
              </a:rPr>
              <a:t>La empresa revisa sus capacidades y los términos que describen su oferta.</a:t>
            </a:r>
          </a:p>
        </p:txBody>
      </p:sp>
      <p:pic>
        <p:nvPicPr>
          <p:cNvPr id="6" name="">
            <a:extLst xmlns:a="http://schemas.openxmlformats.org/drawingml/2006/main">
              <a:ext uri="{FF2B5EF4-FFF2-40B4-BE49-F238E27FC236}">
                <a16:creationId xmlns:a16="http://schemas.microsoft.com/office/drawing/2014/main" id="{BA6E02C4-3AA3-4E93-BB89-17FAB1DA8F4E}"/>
              </a:ext>
            </a:extLst>
          </p:cNvPr>
          <p:cNvPicPr>
            <a:picLocks xmlns:a="http://schemas.openxmlformats.org/drawingml/2006/main" noChangeAspect="1"/>
          </p:cNvPicPr>
          <p:nvPr/>
        </p:nvPicPr>
        <p:blipFill>
          <a:blip xmlns:r="http://schemas.openxmlformats.org/officeDocument/2006/relationships" xmlns:a="http://schemas.openxmlformats.org/drawingml/2006/main" r:embed="Rce4cf815a6bb4277"/>
          <a:stretch xmlns:a="http://schemas.openxmlformats.org/drawingml/2006/main"/>
        </p:blipFill>
        <p:spPr>
          <a:xfrm xmlns:a="http://schemas.openxmlformats.org/drawingml/2006/main">
            <a:off x="4379595" y="1609725"/>
            <a:ext cx="6918960" cy="4324350"/>
          </a:xfrm>
          <a:prstGeom xmlns:a="http://schemas.openxmlformats.org/drawingml/2006/main" prst="rect">
            <a:avLst/>
          </a:prstGeom>
        </p:spPr>
      </p:pic>
    </p:spTree>
    <p:extLst>
      <p:ext uri="{BB962C8B-B14F-4D97-AF65-F5344CB8AC3E}">
        <p14:creationId xmlns:p14="http://schemas.microsoft.com/office/powerpoint/2010/main" val="1600287336"/>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text-24">
            <a:extLst xmlns:a="http://schemas.openxmlformats.org/drawingml/2006/main">
              <a:ext uri="{FF2B5EF4-FFF2-40B4-BE49-F238E27FC236}">
                <a16:creationId xmlns:a16="http://schemas.microsoft.com/office/drawing/2014/main" id="{0405FF6C-8F42-427F-B0B8-29F86B414543}"/>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0B3043"/>
                </a:solidFill>
                <a:latin typeface="Arial"/>
                <a:ea typeface="Arial"/>
                <a:cs typeface="Arial"/>
              </a:defRPr>
            </a:defPPr>
            <a:lvl1pPr algn="l">
              <a:defRPr sz="3375" b="1">
                <a:solidFill>
                  <a:srgbClr val="0B3043"/>
                </a:solidFill>
                <a:latin typeface="Arial"/>
                <a:ea typeface="Arial"/>
                <a:cs typeface="Arial"/>
              </a:defRPr>
            </a:lvl1pPr>
            <a:lvl2pPr algn="l">
              <a:defRPr sz="3375" b="1">
                <a:solidFill>
                  <a:srgbClr val="0B3043"/>
                </a:solidFill>
                <a:latin typeface="Arial"/>
                <a:ea typeface="Arial"/>
                <a:cs typeface="Arial"/>
              </a:defRPr>
            </a:lvl2pPr>
            <a:lvl3pPr algn="l">
              <a:defRPr sz="3375" b="1">
                <a:solidFill>
                  <a:srgbClr val="0B3043"/>
                </a:solidFill>
                <a:latin typeface="Arial"/>
                <a:ea typeface="Arial"/>
                <a:cs typeface="Arial"/>
              </a:defRPr>
            </a:lvl3pPr>
            <a:lvl4pPr algn="l">
              <a:defRPr sz="3375" b="1">
                <a:solidFill>
                  <a:srgbClr val="0B3043"/>
                </a:solidFill>
                <a:latin typeface="Arial"/>
                <a:ea typeface="Arial"/>
                <a:cs typeface="Arial"/>
              </a:defRPr>
            </a:lvl4pPr>
            <a:lvl5pPr algn="l">
              <a:defRPr sz="3375" b="1">
                <a:solidFill>
                  <a:srgbClr val="0B3043"/>
                </a:solidFill>
                <a:latin typeface="Arial"/>
                <a:ea typeface="Arial"/>
                <a:cs typeface="Arial"/>
              </a:defRPr>
            </a:lvl5pPr>
            <a:lvl6pPr algn="l">
              <a:defRPr sz="3375" b="1">
                <a:solidFill>
                  <a:srgbClr val="0B3043"/>
                </a:solidFill>
                <a:latin typeface="Arial"/>
                <a:ea typeface="Arial"/>
                <a:cs typeface="Arial"/>
              </a:defRPr>
            </a:lvl6pPr>
            <a:lvl7pPr algn="l">
              <a:defRPr sz="3375" b="1">
                <a:solidFill>
                  <a:srgbClr val="0B3043"/>
                </a:solidFill>
                <a:latin typeface="Arial"/>
                <a:ea typeface="Arial"/>
                <a:cs typeface="Arial"/>
              </a:defRPr>
            </a:lvl7pPr>
            <a:lvl8pPr algn="l">
              <a:defRPr sz="3375" b="1">
                <a:solidFill>
                  <a:srgbClr val="0B3043"/>
                </a:solidFill>
                <a:latin typeface="Arial"/>
                <a:ea typeface="Arial"/>
                <a:cs typeface="Arial"/>
              </a:defRPr>
            </a:lvl8pPr>
            <a:lvl9pPr algn="l">
              <a:defRPr sz="3375" b="1">
                <a:solidFill>
                  <a:srgbClr val="0B3043"/>
                </a:solidFill>
                <a:latin typeface="Arial"/>
                <a:ea typeface="Arial"/>
                <a:cs typeface="Arial"/>
              </a:defRPr>
            </a:lvl9pPr>
          </a:lstStyle>
          <a:p xmlns:a="http://schemas.openxmlformats.org/drawingml/2006/main">
            <a:pPr algn="l">
              <a:defRPr sz="3375" b="1">
                <a:solidFill>
                  <a:srgbClr val="0B3043"/>
                </a:solidFill>
                <a:latin typeface="Arial"/>
                <a:ea typeface="Arial"/>
                <a:cs typeface="Arial"/>
              </a:defRPr>
            </a:pPr>
            <a:r>
              <a:rPr sz="3375" b="1">
                <a:solidFill>
                  <a:srgbClr val="0B3043"/>
                </a:solidFill>
                <a:latin typeface="Arial"/>
                <a:ea typeface="Arial"/>
                <a:cs typeface="Arial"/>
              </a:rPr>
              <a:t>El radar muestra por qué aparece un concurso</a:t>
            </a:r>
          </a:p>
        </p:txBody>
      </p:sp>
      <p:sp>
        <p:nvSpPr>
          <p:cNvPr id="2" name="text-25">
            <a:extLst xmlns:a="http://schemas.openxmlformats.org/drawingml/2006/main">
              <a:ext uri="{FF2B5EF4-FFF2-40B4-BE49-F238E27FC236}">
                <a16:creationId xmlns:a16="http://schemas.microsoft.com/office/drawing/2014/main" id="{FED88F69-1F5B-4E0E-888B-645E49F3170E}"/>
              </a:ext>
            </a:extLst>
          </p:cNvPr>
          <p:cNvSpPr>
            <a:spLocks xmlns:a="http://schemas.openxmlformats.org/drawingml/2006/main" noGrp="1"/>
          </p:cNvSpPr>
          <p:nvPr/>
        </p:nvSpPr>
        <p:spPr>
          <a:xfrm xmlns:a="http://schemas.openxmlformats.org/drawingml/2006/main">
            <a:off x="609600" y="6419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57078"/>
                </a:solidFill>
                <a:latin typeface="Arial"/>
                <a:ea typeface="Arial"/>
                <a:cs typeface="Arial"/>
              </a:defRPr>
            </a:defPPr>
            <a:lvl1pPr algn="r">
              <a:defRPr sz="1125" b="0">
                <a:solidFill>
                  <a:srgbClr val="557078"/>
                </a:solidFill>
                <a:latin typeface="Arial"/>
                <a:ea typeface="Arial"/>
                <a:cs typeface="Arial"/>
              </a:defRPr>
            </a:lvl1pPr>
            <a:lvl2pPr algn="r">
              <a:defRPr sz="1125" b="0">
                <a:solidFill>
                  <a:srgbClr val="557078"/>
                </a:solidFill>
                <a:latin typeface="Arial"/>
                <a:ea typeface="Arial"/>
                <a:cs typeface="Arial"/>
              </a:defRPr>
            </a:lvl2pPr>
            <a:lvl3pPr algn="r">
              <a:defRPr sz="1125" b="0">
                <a:solidFill>
                  <a:srgbClr val="557078"/>
                </a:solidFill>
                <a:latin typeface="Arial"/>
                <a:ea typeface="Arial"/>
                <a:cs typeface="Arial"/>
              </a:defRPr>
            </a:lvl3pPr>
            <a:lvl4pPr algn="r">
              <a:defRPr sz="1125" b="0">
                <a:solidFill>
                  <a:srgbClr val="557078"/>
                </a:solidFill>
                <a:latin typeface="Arial"/>
                <a:ea typeface="Arial"/>
                <a:cs typeface="Arial"/>
              </a:defRPr>
            </a:lvl4pPr>
            <a:lvl5pPr algn="r">
              <a:defRPr sz="1125" b="0">
                <a:solidFill>
                  <a:srgbClr val="557078"/>
                </a:solidFill>
                <a:latin typeface="Arial"/>
                <a:ea typeface="Arial"/>
                <a:cs typeface="Arial"/>
              </a:defRPr>
            </a:lvl5pPr>
            <a:lvl6pPr algn="r">
              <a:defRPr sz="1125" b="0">
                <a:solidFill>
                  <a:srgbClr val="557078"/>
                </a:solidFill>
                <a:latin typeface="Arial"/>
                <a:ea typeface="Arial"/>
                <a:cs typeface="Arial"/>
              </a:defRPr>
            </a:lvl6pPr>
            <a:lvl7pPr algn="r">
              <a:defRPr sz="1125" b="0">
                <a:solidFill>
                  <a:srgbClr val="557078"/>
                </a:solidFill>
                <a:latin typeface="Arial"/>
                <a:ea typeface="Arial"/>
                <a:cs typeface="Arial"/>
              </a:defRPr>
            </a:lvl7pPr>
            <a:lvl8pPr algn="r">
              <a:defRPr sz="1125" b="0">
                <a:solidFill>
                  <a:srgbClr val="557078"/>
                </a:solidFill>
                <a:latin typeface="Arial"/>
                <a:ea typeface="Arial"/>
                <a:cs typeface="Arial"/>
              </a:defRPr>
            </a:lvl8pPr>
            <a:lvl9pPr algn="r">
              <a:defRPr sz="1125" b="0">
                <a:solidFill>
                  <a:srgbClr val="557078"/>
                </a:solidFill>
                <a:latin typeface="Arial"/>
                <a:ea typeface="Arial"/>
                <a:cs typeface="Arial"/>
              </a:defRPr>
            </a:lvl9pPr>
          </a:lstStyle>
          <a:p xmlns:a="http://schemas.openxmlformats.org/drawingml/2006/main">
            <a:pPr algn="r">
              <a:defRPr sz="1125" b="0">
                <a:solidFill>
                  <a:srgbClr val="557078"/>
                </a:solidFill>
                <a:latin typeface="Arial"/>
                <a:ea typeface="Arial"/>
                <a:cs typeface="Arial"/>
              </a:defRPr>
            </a:pPr>
            <a:r>
              <a:rPr sz="1125" b="0">
                <a:solidFill>
                  <a:srgbClr val="557078"/>
                </a:solidFill>
                <a:latin typeface="Arial"/>
                <a:ea typeface="Arial"/>
                <a:cs typeface="Arial"/>
              </a:rPr>
              <a:t>Borrador v0.9.0   /   05</a:t>
            </a:r>
          </a:p>
        </p:txBody>
      </p:sp>
      <p:pic>
        <p:nvPicPr>
          <p:cNvPr id="3" name="">
            <a:extLst xmlns:a="http://schemas.openxmlformats.org/drawingml/2006/main">
              <a:ext uri="{FF2B5EF4-FFF2-40B4-BE49-F238E27FC236}">
                <a16:creationId xmlns:a16="http://schemas.microsoft.com/office/drawing/2014/main" id="{4EEC939E-D305-4BE9-832A-A4517B46AFCB}"/>
              </a:ext>
            </a:extLst>
          </p:cNvPr>
          <p:cNvPicPr>
            <a:picLocks xmlns:a="http://schemas.openxmlformats.org/drawingml/2006/main" noChangeAspect="1"/>
          </p:cNvPicPr>
          <p:nvPr/>
        </p:nvPicPr>
        <p:blipFill>
          <a:blip xmlns:r="http://schemas.openxmlformats.org/officeDocument/2006/relationships" xmlns:a="http://schemas.openxmlformats.org/drawingml/2006/main" r:embed="R040e86407b874b1e"/>
          <a:stretch xmlns:a="http://schemas.openxmlformats.org/drawingml/2006/main"/>
        </p:blipFill>
        <p:spPr>
          <a:xfrm xmlns:a="http://schemas.openxmlformats.org/drawingml/2006/main">
            <a:off x="993457" y="1581150"/>
            <a:ext cx="7071360" cy="4419600"/>
          </a:xfrm>
          <a:prstGeom xmlns:a="http://schemas.openxmlformats.org/drawingml/2006/main" prst="rect">
            <a:avLst/>
          </a:prstGeom>
        </p:spPr>
      </p:pic>
      <p:sp>
        <p:nvSpPr>
          <p:cNvPr id="4" name="text-26">
            <a:extLst xmlns:a="http://schemas.openxmlformats.org/drawingml/2006/main">
              <a:ext uri="{FF2B5EF4-FFF2-40B4-BE49-F238E27FC236}">
                <a16:creationId xmlns:a16="http://schemas.microsoft.com/office/drawing/2014/main" id="{453BDE7D-BD0C-4795-AE8A-388CAC517061}"/>
              </a:ext>
            </a:extLst>
          </p:cNvPr>
          <p:cNvSpPr>
            <a:spLocks xmlns:a="http://schemas.openxmlformats.org/drawingml/2006/main" noGrp="1"/>
          </p:cNvSpPr>
          <p:nvPr/>
        </p:nvSpPr>
        <p:spPr>
          <a:xfrm xmlns:a="http://schemas.openxmlformats.org/drawingml/2006/main">
            <a:off x="8905875" y="1666875"/>
            <a:ext cx="857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08F7B"/>
                </a:solidFill>
                <a:latin typeface="Arial"/>
                <a:ea typeface="Arial"/>
                <a:cs typeface="Arial"/>
              </a:defRPr>
            </a:defPPr>
            <a:lvl1pPr algn="l">
              <a:defRPr sz="3900" b="1">
                <a:solidFill>
                  <a:srgbClr val="008F7B"/>
                </a:solidFill>
                <a:latin typeface="Arial"/>
                <a:ea typeface="Arial"/>
                <a:cs typeface="Arial"/>
              </a:defRPr>
            </a:lvl1pPr>
            <a:lvl2pPr algn="l">
              <a:defRPr sz="3900" b="1">
                <a:solidFill>
                  <a:srgbClr val="008F7B"/>
                </a:solidFill>
                <a:latin typeface="Arial"/>
                <a:ea typeface="Arial"/>
                <a:cs typeface="Arial"/>
              </a:defRPr>
            </a:lvl2pPr>
            <a:lvl3pPr algn="l">
              <a:defRPr sz="3900" b="1">
                <a:solidFill>
                  <a:srgbClr val="008F7B"/>
                </a:solidFill>
                <a:latin typeface="Arial"/>
                <a:ea typeface="Arial"/>
                <a:cs typeface="Arial"/>
              </a:defRPr>
            </a:lvl3pPr>
            <a:lvl4pPr algn="l">
              <a:defRPr sz="3900" b="1">
                <a:solidFill>
                  <a:srgbClr val="008F7B"/>
                </a:solidFill>
                <a:latin typeface="Arial"/>
                <a:ea typeface="Arial"/>
                <a:cs typeface="Arial"/>
              </a:defRPr>
            </a:lvl4pPr>
            <a:lvl5pPr algn="l">
              <a:defRPr sz="3900" b="1">
                <a:solidFill>
                  <a:srgbClr val="008F7B"/>
                </a:solidFill>
                <a:latin typeface="Arial"/>
                <a:ea typeface="Arial"/>
                <a:cs typeface="Arial"/>
              </a:defRPr>
            </a:lvl5pPr>
            <a:lvl6pPr algn="l">
              <a:defRPr sz="3900" b="1">
                <a:solidFill>
                  <a:srgbClr val="008F7B"/>
                </a:solidFill>
                <a:latin typeface="Arial"/>
                <a:ea typeface="Arial"/>
                <a:cs typeface="Arial"/>
              </a:defRPr>
            </a:lvl6pPr>
            <a:lvl7pPr algn="l">
              <a:defRPr sz="3900" b="1">
                <a:solidFill>
                  <a:srgbClr val="008F7B"/>
                </a:solidFill>
                <a:latin typeface="Arial"/>
                <a:ea typeface="Arial"/>
                <a:cs typeface="Arial"/>
              </a:defRPr>
            </a:lvl7pPr>
            <a:lvl8pPr algn="l">
              <a:defRPr sz="3900" b="1">
                <a:solidFill>
                  <a:srgbClr val="008F7B"/>
                </a:solidFill>
                <a:latin typeface="Arial"/>
                <a:ea typeface="Arial"/>
                <a:cs typeface="Arial"/>
              </a:defRPr>
            </a:lvl8pPr>
            <a:lvl9pPr algn="l">
              <a:defRPr sz="3900" b="1">
                <a:solidFill>
                  <a:srgbClr val="008F7B"/>
                </a:solidFill>
                <a:latin typeface="Arial"/>
                <a:ea typeface="Arial"/>
                <a:cs typeface="Arial"/>
              </a:defRPr>
            </a:lvl9pPr>
          </a:lstStyle>
          <a:p xmlns:a="http://schemas.openxmlformats.org/drawingml/2006/main">
            <a:pPr algn="l">
              <a:defRPr sz="3900" b="1">
                <a:solidFill>
                  <a:srgbClr val="008F7B"/>
                </a:solidFill>
                <a:latin typeface="Arial"/>
                <a:ea typeface="Arial"/>
                <a:cs typeface="Arial"/>
              </a:defRPr>
            </a:pPr>
            <a:r>
              <a:rPr sz="3900" b="1">
                <a:solidFill>
                  <a:srgbClr val="008F7B"/>
                </a:solidFill>
                <a:latin typeface="Arial"/>
                <a:ea typeface="Arial"/>
                <a:cs typeface="Arial"/>
              </a:rPr>
              <a:t>2</a:t>
            </a:r>
          </a:p>
        </p:txBody>
      </p:sp>
      <p:sp>
        <p:nvSpPr>
          <p:cNvPr id="5" name="text-27">
            <a:extLst xmlns:a="http://schemas.openxmlformats.org/drawingml/2006/main">
              <a:ext uri="{FF2B5EF4-FFF2-40B4-BE49-F238E27FC236}">
                <a16:creationId xmlns:a16="http://schemas.microsoft.com/office/drawing/2014/main" id="{D2123649-EDD6-42F9-8831-E4D8E702742D}"/>
              </a:ext>
            </a:extLst>
          </p:cNvPr>
          <p:cNvSpPr>
            <a:spLocks xmlns:a="http://schemas.openxmlformats.org/drawingml/2006/main" noGrp="1"/>
          </p:cNvSpPr>
          <p:nvPr/>
        </p:nvSpPr>
        <p:spPr>
          <a:xfrm xmlns:a="http://schemas.openxmlformats.org/drawingml/2006/main">
            <a:off x="8905875" y="2552700"/>
            <a:ext cx="266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3043"/>
                </a:solidFill>
                <a:latin typeface="Arial"/>
                <a:ea typeface="Arial"/>
                <a:cs typeface="Arial"/>
              </a:defRPr>
            </a:defPPr>
            <a:lvl1pPr algn="l">
              <a:defRPr sz="2325" b="1">
                <a:solidFill>
                  <a:srgbClr val="0B3043"/>
                </a:solidFill>
                <a:latin typeface="Arial"/>
                <a:ea typeface="Arial"/>
                <a:cs typeface="Arial"/>
              </a:defRPr>
            </a:lvl1pPr>
            <a:lvl2pPr algn="l">
              <a:defRPr sz="2325" b="1">
                <a:solidFill>
                  <a:srgbClr val="0B3043"/>
                </a:solidFill>
                <a:latin typeface="Arial"/>
                <a:ea typeface="Arial"/>
                <a:cs typeface="Arial"/>
              </a:defRPr>
            </a:lvl2pPr>
            <a:lvl3pPr algn="l">
              <a:defRPr sz="2325" b="1">
                <a:solidFill>
                  <a:srgbClr val="0B3043"/>
                </a:solidFill>
                <a:latin typeface="Arial"/>
                <a:ea typeface="Arial"/>
                <a:cs typeface="Arial"/>
              </a:defRPr>
            </a:lvl3pPr>
            <a:lvl4pPr algn="l">
              <a:defRPr sz="2325" b="1">
                <a:solidFill>
                  <a:srgbClr val="0B3043"/>
                </a:solidFill>
                <a:latin typeface="Arial"/>
                <a:ea typeface="Arial"/>
                <a:cs typeface="Arial"/>
              </a:defRPr>
            </a:lvl4pPr>
            <a:lvl5pPr algn="l">
              <a:defRPr sz="2325" b="1">
                <a:solidFill>
                  <a:srgbClr val="0B3043"/>
                </a:solidFill>
                <a:latin typeface="Arial"/>
                <a:ea typeface="Arial"/>
                <a:cs typeface="Arial"/>
              </a:defRPr>
            </a:lvl5pPr>
            <a:lvl6pPr algn="l">
              <a:defRPr sz="2325" b="1">
                <a:solidFill>
                  <a:srgbClr val="0B3043"/>
                </a:solidFill>
                <a:latin typeface="Arial"/>
                <a:ea typeface="Arial"/>
                <a:cs typeface="Arial"/>
              </a:defRPr>
            </a:lvl6pPr>
            <a:lvl7pPr algn="l">
              <a:defRPr sz="2325" b="1">
                <a:solidFill>
                  <a:srgbClr val="0B3043"/>
                </a:solidFill>
                <a:latin typeface="Arial"/>
                <a:ea typeface="Arial"/>
                <a:cs typeface="Arial"/>
              </a:defRPr>
            </a:lvl7pPr>
            <a:lvl8pPr algn="l">
              <a:defRPr sz="2325" b="1">
                <a:solidFill>
                  <a:srgbClr val="0B3043"/>
                </a:solidFill>
                <a:latin typeface="Arial"/>
                <a:ea typeface="Arial"/>
                <a:cs typeface="Arial"/>
              </a:defRPr>
            </a:lvl8pPr>
            <a:lvl9pPr algn="l">
              <a:defRPr sz="2325" b="1">
                <a:solidFill>
                  <a:srgbClr val="0B3043"/>
                </a:solidFill>
                <a:latin typeface="Arial"/>
                <a:ea typeface="Arial"/>
                <a:cs typeface="Arial"/>
              </a:defRPr>
            </a:lvl9pPr>
          </a:lstStyle>
          <a:p xmlns:a="http://schemas.openxmlformats.org/drawingml/2006/main">
            <a:pPr algn="l">
              <a:defRPr sz="2325" b="1">
                <a:solidFill>
                  <a:srgbClr val="0B3043"/>
                </a:solidFill>
                <a:latin typeface="Arial"/>
                <a:ea typeface="Arial"/>
                <a:cs typeface="Arial"/>
              </a:defRPr>
            </a:pPr>
            <a:r>
              <a:rPr sz="2325" b="1">
                <a:solidFill>
                  <a:srgbClr val="0B3043"/>
                </a:solidFill>
                <a:latin typeface="Arial"/>
                <a:ea typeface="Arial"/>
                <a:cs typeface="Arial"/>
              </a:rPr>
              <a:t>Revisar afinidad</a:t>
            </a:r>
          </a:p>
        </p:txBody>
      </p:sp>
      <p:sp>
        <p:nvSpPr>
          <p:cNvPr id="6" name="text-28">
            <a:extLst xmlns:a="http://schemas.openxmlformats.org/drawingml/2006/main">
              <a:ext uri="{FF2B5EF4-FFF2-40B4-BE49-F238E27FC236}">
                <a16:creationId xmlns:a16="http://schemas.microsoft.com/office/drawing/2014/main" id="{9D58727F-564E-437C-A5E1-781AE664639E}"/>
              </a:ext>
            </a:extLst>
          </p:cNvPr>
          <p:cNvSpPr>
            <a:spLocks xmlns:a="http://schemas.openxmlformats.org/drawingml/2006/main" noGrp="1"/>
          </p:cNvSpPr>
          <p:nvPr/>
        </p:nvSpPr>
        <p:spPr>
          <a:xfrm xmlns:a="http://schemas.openxmlformats.org/drawingml/2006/main">
            <a:off x="8905875" y="3600450"/>
            <a:ext cx="2571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3744"/>
                </a:solidFill>
                <a:latin typeface="Arial"/>
                <a:ea typeface="Arial"/>
                <a:cs typeface="Arial"/>
              </a:defRPr>
            </a:defPPr>
            <a:lvl1pPr algn="l">
              <a:defRPr sz="2025" b="0">
                <a:solidFill>
                  <a:srgbClr val="173744"/>
                </a:solidFill>
                <a:latin typeface="Arial"/>
                <a:ea typeface="Arial"/>
                <a:cs typeface="Arial"/>
              </a:defRPr>
            </a:lvl1pPr>
            <a:lvl2pPr algn="l">
              <a:defRPr sz="2025" b="0">
                <a:solidFill>
                  <a:srgbClr val="173744"/>
                </a:solidFill>
                <a:latin typeface="Arial"/>
                <a:ea typeface="Arial"/>
                <a:cs typeface="Arial"/>
              </a:defRPr>
            </a:lvl2pPr>
            <a:lvl3pPr algn="l">
              <a:defRPr sz="2025" b="0">
                <a:solidFill>
                  <a:srgbClr val="173744"/>
                </a:solidFill>
                <a:latin typeface="Arial"/>
                <a:ea typeface="Arial"/>
                <a:cs typeface="Arial"/>
              </a:defRPr>
            </a:lvl3pPr>
            <a:lvl4pPr algn="l">
              <a:defRPr sz="2025" b="0">
                <a:solidFill>
                  <a:srgbClr val="173744"/>
                </a:solidFill>
                <a:latin typeface="Arial"/>
                <a:ea typeface="Arial"/>
                <a:cs typeface="Arial"/>
              </a:defRPr>
            </a:lvl4pPr>
            <a:lvl5pPr algn="l">
              <a:defRPr sz="2025" b="0">
                <a:solidFill>
                  <a:srgbClr val="173744"/>
                </a:solidFill>
                <a:latin typeface="Arial"/>
                <a:ea typeface="Arial"/>
                <a:cs typeface="Arial"/>
              </a:defRPr>
            </a:lvl5pPr>
            <a:lvl6pPr algn="l">
              <a:defRPr sz="2025" b="0">
                <a:solidFill>
                  <a:srgbClr val="173744"/>
                </a:solidFill>
                <a:latin typeface="Arial"/>
                <a:ea typeface="Arial"/>
                <a:cs typeface="Arial"/>
              </a:defRPr>
            </a:lvl6pPr>
            <a:lvl7pPr algn="l">
              <a:defRPr sz="2025" b="0">
                <a:solidFill>
                  <a:srgbClr val="173744"/>
                </a:solidFill>
                <a:latin typeface="Arial"/>
                <a:ea typeface="Arial"/>
                <a:cs typeface="Arial"/>
              </a:defRPr>
            </a:lvl7pPr>
            <a:lvl8pPr algn="l">
              <a:defRPr sz="2025" b="0">
                <a:solidFill>
                  <a:srgbClr val="173744"/>
                </a:solidFill>
                <a:latin typeface="Arial"/>
                <a:ea typeface="Arial"/>
                <a:cs typeface="Arial"/>
              </a:defRPr>
            </a:lvl8pPr>
            <a:lvl9pPr algn="l">
              <a:defRPr sz="2025" b="0">
                <a:solidFill>
                  <a:srgbClr val="173744"/>
                </a:solidFill>
                <a:latin typeface="Arial"/>
                <a:ea typeface="Arial"/>
                <a:cs typeface="Arial"/>
              </a:defRPr>
            </a:lvl9pPr>
          </a:lstStyle>
          <a:p xmlns:a="http://schemas.openxmlformats.org/drawingml/2006/main">
            <a:pPr algn="l">
              <a:defRPr sz="2025" b="0">
                <a:solidFill>
                  <a:srgbClr val="173744"/>
                </a:solidFill>
                <a:latin typeface="Arial"/>
                <a:ea typeface="Arial"/>
                <a:cs typeface="Arial"/>
              </a:defRPr>
            </a:pPr>
            <a:r>
              <a:rPr sz="2025" b="0">
                <a:solidFill>
                  <a:srgbClr val="173744"/>
                </a:solidFill>
                <a:latin typeface="Arial"/>
                <a:ea typeface="Arial"/>
                <a:cs typeface="Arial"/>
              </a:rPr>
              <a:t>Términos y códigos aportan razones para abrir el expediente.</a:t>
            </a:r>
          </a:p>
        </p:txBody>
      </p:sp>
    </p:spTree>
    <p:extLst>
      <p:ext uri="{BB962C8B-B14F-4D97-AF65-F5344CB8AC3E}">
        <p14:creationId xmlns:p14="http://schemas.microsoft.com/office/powerpoint/2010/main" val="2038841509"/>
      </p:ext>
    </p:extLst>
  </p:cSld>
</p:sld>
</file>

<file path=ppt/slides/slide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text-29">
            <a:extLst xmlns:a="http://schemas.openxmlformats.org/drawingml/2006/main">
              <a:ext uri="{FF2B5EF4-FFF2-40B4-BE49-F238E27FC236}">
                <a16:creationId xmlns:a16="http://schemas.microsoft.com/office/drawing/2014/main" id="{6956286E-1F8C-45EC-ADF0-5EA578C9CEAF}"/>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0B3043"/>
                </a:solidFill>
                <a:latin typeface="Arial"/>
                <a:ea typeface="Arial"/>
                <a:cs typeface="Arial"/>
              </a:defRPr>
            </a:defPPr>
            <a:lvl1pPr algn="l">
              <a:defRPr sz="3375" b="1">
                <a:solidFill>
                  <a:srgbClr val="0B3043"/>
                </a:solidFill>
                <a:latin typeface="Arial"/>
                <a:ea typeface="Arial"/>
                <a:cs typeface="Arial"/>
              </a:defRPr>
            </a:lvl1pPr>
            <a:lvl2pPr algn="l">
              <a:defRPr sz="3375" b="1">
                <a:solidFill>
                  <a:srgbClr val="0B3043"/>
                </a:solidFill>
                <a:latin typeface="Arial"/>
                <a:ea typeface="Arial"/>
                <a:cs typeface="Arial"/>
              </a:defRPr>
            </a:lvl2pPr>
            <a:lvl3pPr algn="l">
              <a:defRPr sz="3375" b="1">
                <a:solidFill>
                  <a:srgbClr val="0B3043"/>
                </a:solidFill>
                <a:latin typeface="Arial"/>
                <a:ea typeface="Arial"/>
                <a:cs typeface="Arial"/>
              </a:defRPr>
            </a:lvl3pPr>
            <a:lvl4pPr algn="l">
              <a:defRPr sz="3375" b="1">
                <a:solidFill>
                  <a:srgbClr val="0B3043"/>
                </a:solidFill>
                <a:latin typeface="Arial"/>
                <a:ea typeface="Arial"/>
                <a:cs typeface="Arial"/>
              </a:defRPr>
            </a:lvl4pPr>
            <a:lvl5pPr algn="l">
              <a:defRPr sz="3375" b="1">
                <a:solidFill>
                  <a:srgbClr val="0B3043"/>
                </a:solidFill>
                <a:latin typeface="Arial"/>
                <a:ea typeface="Arial"/>
                <a:cs typeface="Arial"/>
              </a:defRPr>
            </a:lvl5pPr>
            <a:lvl6pPr algn="l">
              <a:defRPr sz="3375" b="1">
                <a:solidFill>
                  <a:srgbClr val="0B3043"/>
                </a:solidFill>
                <a:latin typeface="Arial"/>
                <a:ea typeface="Arial"/>
                <a:cs typeface="Arial"/>
              </a:defRPr>
            </a:lvl6pPr>
            <a:lvl7pPr algn="l">
              <a:defRPr sz="3375" b="1">
                <a:solidFill>
                  <a:srgbClr val="0B3043"/>
                </a:solidFill>
                <a:latin typeface="Arial"/>
                <a:ea typeface="Arial"/>
                <a:cs typeface="Arial"/>
              </a:defRPr>
            </a:lvl7pPr>
            <a:lvl8pPr algn="l">
              <a:defRPr sz="3375" b="1">
                <a:solidFill>
                  <a:srgbClr val="0B3043"/>
                </a:solidFill>
                <a:latin typeface="Arial"/>
                <a:ea typeface="Arial"/>
                <a:cs typeface="Arial"/>
              </a:defRPr>
            </a:lvl8pPr>
            <a:lvl9pPr algn="l">
              <a:defRPr sz="3375" b="1">
                <a:solidFill>
                  <a:srgbClr val="0B3043"/>
                </a:solidFill>
                <a:latin typeface="Arial"/>
                <a:ea typeface="Arial"/>
                <a:cs typeface="Arial"/>
              </a:defRPr>
            </a:lvl9pPr>
          </a:lstStyle>
          <a:p xmlns:a="http://schemas.openxmlformats.org/drawingml/2006/main">
            <a:pPr algn="l">
              <a:defRPr sz="3375" b="1">
                <a:solidFill>
                  <a:srgbClr val="0B3043"/>
                </a:solidFill>
                <a:latin typeface="Arial"/>
                <a:ea typeface="Arial"/>
                <a:cs typeface="Arial"/>
              </a:defRPr>
            </a:pPr>
            <a:r>
              <a:rPr sz="3375" b="1">
                <a:solidFill>
                  <a:srgbClr val="0B3043"/>
                </a:solidFill>
                <a:latin typeface="Arial"/>
                <a:ea typeface="Arial"/>
                <a:cs typeface="Arial"/>
              </a:rPr>
              <a:t>La evidencia acompaña la decisión</a:t>
            </a:r>
          </a:p>
        </p:txBody>
      </p:sp>
      <p:sp>
        <p:nvSpPr>
          <p:cNvPr id="2" name="text-30">
            <a:extLst xmlns:a="http://schemas.openxmlformats.org/drawingml/2006/main">
              <a:ext uri="{FF2B5EF4-FFF2-40B4-BE49-F238E27FC236}">
                <a16:creationId xmlns:a16="http://schemas.microsoft.com/office/drawing/2014/main" id="{AC7B59B3-E68C-4BFD-B144-2645B9EF250E}"/>
              </a:ext>
            </a:extLst>
          </p:cNvPr>
          <p:cNvSpPr>
            <a:spLocks xmlns:a="http://schemas.openxmlformats.org/drawingml/2006/main" noGrp="1"/>
          </p:cNvSpPr>
          <p:nvPr/>
        </p:nvSpPr>
        <p:spPr>
          <a:xfrm xmlns:a="http://schemas.openxmlformats.org/drawingml/2006/main">
            <a:off x="609600" y="6419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57078"/>
                </a:solidFill>
                <a:latin typeface="Arial"/>
                <a:ea typeface="Arial"/>
                <a:cs typeface="Arial"/>
              </a:defRPr>
            </a:defPPr>
            <a:lvl1pPr algn="r">
              <a:defRPr sz="1125" b="0">
                <a:solidFill>
                  <a:srgbClr val="557078"/>
                </a:solidFill>
                <a:latin typeface="Arial"/>
                <a:ea typeface="Arial"/>
                <a:cs typeface="Arial"/>
              </a:defRPr>
            </a:lvl1pPr>
            <a:lvl2pPr algn="r">
              <a:defRPr sz="1125" b="0">
                <a:solidFill>
                  <a:srgbClr val="557078"/>
                </a:solidFill>
                <a:latin typeface="Arial"/>
                <a:ea typeface="Arial"/>
                <a:cs typeface="Arial"/>
              </a:defRPr>
            </a:lvl2pPr>
            <a:lvl3pPr algn="r">
              <a:defRPr sz="1125" b="0">
                <a:solidFill>
                  <a:srgbClr val="557078"/>
                </a:solidFill>
                <a:latin typeface="Arial"/>
                <a:ea typeface="Arial"/>
                <a:cs typeface="Arial"/>
              </a:defRPr>
            </a:lvl3pPr>
            <a:lvl4pPr algn="r">
              <a:defRPr sz="1125" b="0">
                <a:solidFill>
                  <a:srgbClr val="557078"/>
                </a:solidFill>
                <a:latin typeface="Arial"/>
                <a:ea typeface="Arial"/>
                <a:cs typeface="Arial"/>
              </a:defRPr>
            </a:lvl4pPr>
            <a:lvl5pPr algn="r">
              <a:defRPr sz="1125" b="0">
                <a:solidFill>
                  <a:srgbClr val="557078"/>
                </a:solidFill>
                <a:latin typeface="Arial"/>
                <a:ea typeface="Arial"/>
                <a:cs typeface="Arial"/>
              </a:defRPr>
            </a:lvl5pPr>
            <a:lvl6pPr algn="r">
              <a:defRPr sz="1125" b="0">
                <a:solidFill>
                  <a:srgbClr val="557078"/>
                </a:solidFill>
                <a:latin typeface="Arial"/>
                <a:ea typeface="Arial"/>
                <a:cs typeface="Arial"/>
              </a:defRPr>
            </a:lvl6pPr>
            <a:lvl7pPr algn="r">
              <a:defRPr sz="1125" b="0">
                <a:solidFill>
                  <a:srgbClr val="557078"/>
                </a:solidFill>
                <a:latin typeface="Arial"/>
                <a:ea typeface="Arial"/>
                <a:cs typeface="Arial"/>
              </a:defRPr>
            </a:lvl7pPr>
            <a:lvl8pPr algn="r">
              <a:defRPr sz="1125" b="0">
                <a:solidFill>
                  <a:srgbClr val="557078"/>
                </a:solidFill>
                <a:latin typeface="Arial"/>
                <a:ea typeface="Arial"/>
                <a:cs typeface="Arial"/>
              </a:defRPr>
            </a:lvl8pPr>
            <a:lvl9pPr algn="r">
              <a:defRPr sz="1125" b="0">
                <a:solidFill>
                  <a:srgbClr val="557078"/>
                </a:solidFill>
                <a:latin typeface="Arial"/>
                <a:ea typeface="Arial"/>
                <a:cs typeface="Arial"/>
              </a:defRPr>
            </a:lvl9pPr>
          </a:lstStyle>
          <a:p xmlns:a="http://schemas.openxmlformats.org/drawingml/2006/main">
            <a:pPr algn="r">
              <a:defRPr sz="1125" b="0">
                <a:solidFill>
                  <a:srgbClr val="557078"/>
                </a:solidFill>
                <a:latin typeface="Arial"/>
                <a:ea typeface="Arial"/>
                <a:cs typeface="Arial"/>
              </a:defRPr>
            </a:pPr>
            <a:r>
              <a:rPr sz="1125" b="0">
                <a:solidFill>
                  <a:srgbClr val="557078"/>
                </a:solidFill>
                <a:latin typeface="Arial"/>
                <a:ea typeface="Arial"/>
                <a:cs typeface="Arial"/>
              </a:rPr>
              <a:t>Borrador v0.9.0   /   06</a:t>
            </a:r>
          </a:p>
        </p:txBody>
      </p:sp>
      <p:sp>
        <p:nvSpPr>
          <p:cNvPr id="3" name="text-31">
            <a:extLst xmlns:a="http://schemas.openxmlformats.org/drawingml/2006/main">
              <a:ext uri="{FF2B5EF4-FFF2-40B4-BE49-F238E27FC236}">
                <a16:creationId xmlns:a16="http://schemas.microsoft.com/office/drawing/2014/main" id="{77C27EDE-A2D0-4444-B581-22D5D85A1B7F}"/>
              </a:ext>
            </a:extLst>
          </p:cNvPr>
          <p:cNvSpPr>
            <a:spLocks xmlns:a="http://schemas.openxmlformats.org/drawingml/2006/main" noGrp="1"/>
          </p:cNvSpPr>
          <p:nvPr/>
        </p:nvSpPr>
        <p:spPr>
          <a:xfrm xmlns:a="http://schemas.openxmlformats.org/drawingml/2006/main">
            <a:off x="609600" y="1685925"/>
            <a:ext cx="76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08F7B"/>
                </a:solidFill>
                <a:latin typeface="Arial"/>
                <a:ea typeface="Arial"/>
                <a:cs typeface="Arial"/>
              </a:defRPr>
            </a:defPPr>
            <a:lvl1pPr algn="l">
              <a:defRPr sz="3900" b="1">
                <a:solidFill>
                  <a:srgbClr val="008F7B"/>
                </a:solidFill>
                <a:latin typeface="Arial"/>
                <a:ea typeface="Arial"/>
                <a:cs typeface="Arial"/>
              </a:defRPr>
            </a:lvl1pPr>
            <a:lvl2pPr algn="l">
              <a:defRPr sz="3900" b="1">
                <a:solidFill>
                  <a:srgbClr val="008F7B"/>
                </a:solidFill>
                <a:latin typeface="Arial"/>
                <a:ea typeface="Arial"/>
                <a:cs typeface="Arial"/>
              </a:defRPr>
            </a:lvl2pPr>
            <a:lvl3pPr algn="l">
              <a:defRPr sz="3900" b="1">
                <a:solidFill>
                  <a:srgbClr val="008F7B"/>
                </a:solidFill>
                <a:latin typeface="Arial"/>
                <a:ea typeface="Arial"/>
                <a:cs typeface="Arial"/>
              </a:defRPr>
            </a:lvl3pPr>
            <a:lvl4pPr algn="l">
              <a:defRPr sz="3900" b="1">
                <a:solidFill>
                  <a:srgbClr val="008F7B"/>
                </a:solidFill>
                <a:latin typeface="Arial"/>
                <a:ea typeface="Arial"/>
                <a:cs typeface="Arial"/>
              </a:defRPr>
            </a:lvl4pPr>
            <a:lvl5pPr algn="l">
              <a:defRPr sz="3900" b="1">
                <a:solidFill>
                  <a:srgbClr val="008F7B"/>
                </a:solidFill>
                <a:latin typeface="Arial"/>
                <a:ea typeface="Arial"/>
                <a:cs typeface="Arial"/>
              </a:defRPr>
            </a:lvl5pPr>
            <a:lvl6pPr algn="l">
              <a:defRPr sz="3900" b="1">
                <a:solidFill>
                  <a:srgbClr val="008F7B"/>
                </a:solidFill>
                <a:latin typeface="Arial"/>
                <a:ea typeface="Arial"/>
                <a:cs typeface="Arial"/>
              </a:defRPr>
            </a:lvl6pPr>
            <a:lvl7pPr algn="l">
              <a:defRPr sz="3900" b="1">
                <a:solidFill>
                  <a:srgbClr val="008F7B"/>
                </a:solidFill>
                <a:latin typeface="Arial"/>
                <a:ea typeface="Arial"/>
                <a:cs typeface="Arial"/>
              </a:defRPr>
            </a:lvl7pPr>
            <a:lvl8pPr algn="l">
              <a:defRPr sz="3900" b="1">
                <a:solidFill>
                  <a:srgbClr val="008F7B"/>
                </a:solidFill>
                <a:latin typeface="Arial"/>
                <a:ea typeface="Arial"/>
                <a:cs typeface="Arial"/>
              </a:defRPr>
            </a:lvl8pPr>
            <a:lvl9pPr algn="l">
              <a:defRPr sz="3900" b="1">
                <a:solidFill>
                  <a:srgbClr val="008F7B"/>
                </a:solidFill>
                <a:latin typeface="Arial"/>
                <a:ea typeface="Arial"/>
                <a:cs typeface="Arial"/>
              </a:defRPr>
            </a:lvl9pPr>
          </a:lstStyle>
          <a:p xmlns:a="http://schemas.openxmlformats.org/drawingml/2006/main">
            <a:pPr algn="l">
              <a:defRPr sz="3900" b="1">
                <a:solidFill>
                  <a:srgbClr val="008F7B"/>
                </a:solidFill>
                <a:latin typeface="Arial"/>
                <a:ea typeface="Arial"/>
                <a:cs typeface="Arial"/>
              </a:defRPr>
            </a:pPr>
            <a:r>
              <a:rPr sz="3900" b="1">
                <a:solidFill>
                  <a:srgbClr val="008F7B"/>
                </a:solidFill>
                <a:latin typeface="Arial"/>
                <a:ea typeface="Arial"/>
                <a:cs typeface="Arial"/>
              </a:rPr>
              <a:t>3</a:t>
            </a:r>
          </a:p>
        </p:txBody>
      </p:sp>
      <p:sp>
        <p:nvSpPr>
          <p:cNvPr id="4" name="text-32">
            <a:extLst xmlns:a="http://schemas.openxmlformats.org/drawingml/2006/main">
              <a:ext uri="{FF2B5EF4-FFF2-40B4-BE49-F238E27FC236}">
                <a16:creationId xmlns:a16="http://schemas.microsoft.com/office/drawing/2014/main" id="{21D89909-616B-4F51-B3FE-CB25E2E8676B}"/>
              </a:ext>
            </a:extLst>
          </p:cNvPr>
          <p:cNvSpPr>
            <a:spLocks xmlns:a="http://schemas.openxmlformats.org/drawingml/2006/main" noGrp="1"/>
          </p:cNvSpPr>
          <p:nvPr/>
        </p:nvSpPr>
        <p:spPr>
          <a:xfrm xmlns:a="http://schemas.openxmlformats.org/drawingml/2006/main">
            <a:off x="609600" y="2495550"/>
            <a:ext cx="3105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B3043"/>
                </a:solidFill>
                <a:latin typeface="Arial"/>
                <a:ea typeface="Arial"/>
                <a:cs typeface="Arial"/>
              </a:defRPr>
            </a:defPPr>
            <a:lvl1pPr algn="l">
              <a:defRPr sz="2400" b="1">
                <a:solidFill>
                  <a:srgbClr val="0B3043"/>
                </a:solidFill>
                <a:latin typeface="Arial"/>
                <a:ea typeface="Arial"/>
                <a:cs typeface="Arial"/>
              </a:defRPr>
            </a:lvl1pPr>
            <a:lvl2pPr algn="l">
              <a:defRPr sz="2400" b="1">
                <a:solidFill>
                  <a:srgbClr val="0B3043"/>
                </a:solidFill>
                <a:latin typeface="Arial"/>
                <a:ea typeface="Arial"/>
                <a:cs typeface="Arial"/>
              </a:defRPr>
            </a:lvl2pPr>
            <a:lvl3pPr algn="l">
              <a:defRPr sz="2400" b="1">
                <a:solidFill>
                  <a:srgbClr val="0B3043"/>
                </a:solidFill>
                <a:latin typeface="Arial"/>
                <a:ea typeface="Arial"/>
                <a:cs typeface="Arial"/>
              </a:defRPr>
            </a:lvl3pPr>
            <a:lvl4pPr algn="l">
              <a:defRPr sz="2400" b="1">
                <a:solidFill>
                  <a:srgbClr val="0B3043"/>
                </a:solidFill>
                <a:latin typeface="Arial"/>
                <a:ea typeface="Arial"/>
                <a:cs typeface="Arial"/>
              </a:defRPr>
            </a:lvl4pPr>
            <a:lvl5pPr algn="l">
              <a:defRPr sz="2400" b="1">
                <a:solidFill>
                  <a:srgbClr val="0B3043"/>
                </a:solidFill>
                <a:latin typeface="Arial"/>
                <a:ea typeface="Arial"/>
                <a:cs typeface="Arial"/>
              </a:defRPr>
            </a:lvl5pPr>
            <a:lvl6pPr algn="l">
              <a:defRPr sz="2400" b="1">
                <a:solidFill>
                  <a:srgbClr val="0B3043"/>
                </a:solidFill>
                <a:latin typeface="Arial"/>
                <a:ea typeface="Arial"/>
                <a:cs typeface="Arial"/>
              </a:defRPr>
            </a:lvl6pPr>
            <a:lvl7pPr algn="l">
              <a:defRPr sz="2400" b="1">
                <a:solidFill>
                  <a:srgbClr val="0B3043"/>
                </a:solidFill>
                <a:latin typeface="Arial"/>
                <a:ea typeface="Arial"/>
                <a:cs typeface="Arial"/>
              </a:defRPr>
            </a:lvl7pPr>
            <a:lvl8pPr algn="l">
              <a:defRPr sz="2400" b="1">
                <a:solidFill>
                  <a:srgbClr val="0B3043"/>
                </a:solidFill>
                <a:latin typeface="Arial"/>
                <a:ea typeface="Arial"/>
                <a:cs typeface="Arial"/>
              </a:defRPr>
            </a:lvl8pPr>
            <a:lvl9pPr algn="l">
              <a:defRPr sz="2400" b="1">
                <a:solidFill>
                  <a:srgbClr val="0B3043"/>
                </a:solidFill>
                <a:latin typeface="Arial"/>
                <a:ea typeface="Arial"/>
                <a:cs typeface="Arial"/>
              </a:defRPr>
            </a:lvl9pPr>
          </a:lstStyle>
          <a:p xmlns:a="http://schemas.openxmlformats.org/drawingml/2006/main">
            <a:pPr algn="l">
              <a:defRPr sz="2400" b="1">
                <a:solidFill>
                  <a:srgbClr val="0B3043"/>
                </a:solidFill>
                <a:latin typeface="Arial"/>
                <a:ea typeface="Arial"/>
                <a:cs typeface="Arial"/>
              </a:defRPr>
            </a:pPr>
            <a:r>
              <a:rPr sz="2400" b="1">
                <a:solidFill>
                  <a:srgbClr val="0B3043"/>
                </a:solidFill>
                <a:latin typeface="Arial"/>
                <a:ea typeface="Arial"/>
                <a:cs typeface="Arial"/>
              </a:rPr>
              <a:t>Abrir el documento</a:t>
            </a:r>
          </a:p>
        </p:txBody>
      </p:sp>
      <p:sp>
        <p:nvSpPr>
          <p:cNvPr id="5" name="text-33">
            <a:extLst xmlns:a="http://schemas.openxmlformats.org/drawingml/2006/main">
              <a:ext uri="{FF2B5EF4-FFF2-40B4-BE49-F238E27FC236}">
                <a16:creationId xmlns:a16="http://schemas.microsoft.com/office/drawing/2014/main" id="{892FF21A-ADCC-4EA5-B9D9-8A818F04169F}"/>
              </a:ext>
            </a:extLst>
          </p:cNvPr>
          <p:cNvSpPr>
            <a:spLocks xmlns:a="http://schemas.openxmlformats.org/drawingml/2006/main" noGrp="1"/>
          </p:cNvSpPr>
          <p:nvPr/>
        </p:nvSpPr>
        <p:spPr>
          <a:xfrm xmlns:a="http://schemas.openxmlformats.org/drawingml/2006/main">
            <a:off x="609600" y="3533775"/>
            <a:ext cx="30765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744"/>
                </a:solidFill>
                <a:latin typeface="Arial"/>
                <a:ea typeface="Arial"/>
                <a:cs typeface="Arial"/>
              </a:defRPr>
            </a:defPPr>
            <a:lvl1pPr algn="l">
              <a:defRPr sz="2100" b="0">
                <a:solidFill>
                  <a:srgbClr val="173744"/>
                </a:solidFill>
                <a:latin typeface="Arial"/>
                <a:ea typeface="Arial"/>
                <a:cs typeface="Arial"/>
              </a:defRPr>
            </a:lvl1pPr>
            <a:lvl2pPr algn="l">
              <a:defRPr sz="2100" b="0">
                <a:solidFill>
                  <a:srgbClr val="173744"/>
                </a:solidFill>
                <a:latin typeface="Arial"/>
                <a:ea typeface="Arial"/>
                <a:cs typeface="Arial"/>
              </a:defRPr>
            </a:lvl2pPr>
            <a:lvl3pPr algn="l">
              <a:defRPr sz="2100" b="0">
                <a:solidFill>
                  <a:srgbClr val="173744"/>
                </a:solidFill>
                <a:latin typeface="Arial"/>
                <a:ea typeface="Arial"/>
                <a:cs typeface="Arial"/>
              </a:defRPr>
            </a:lvl3pPr>
            <a:lvl4pPr algn="l">
              <a:defRPr sz="2100" b="0">
                <a:solidFill>
                  <a:srgbClr val="173744"/>
                </a:solidFill>
                <a:latin typeface="Arial"/>
                <a:ea typeface="Arial"/>
                <a:cs typeface="Arial"/>
              </a:defRPr>
            </a:lvl4pPr>
            <a:lvl5pPr algn="l">
              <a:defRPr sz="2100" b="0">
                <a:solidFill>
                  <a:srgbClr val="173744"/>
                </a:solidFill>
                <a:latin typeface="Arial"/>
                <a:ea typeface="Arial"/>
                <a:cs typeface="Arial"/>
              </a:defRPr>
            </a:lvl5pPr>
            <a:lvl6pPr algn="l">
              <a:defRPr sz="2100" b="0">
                <a:solidFill>
                  <a:srgbClr val="173744"/>
                </a:solidFill>
                <a:latin typeface="Arial"/>
                <a:ea typeface="Arial"/>
                <a:cs typeface="Arial"/>
              </a:defRPr>
            </a:lvl6pPr>
            <a:lvl7pPr algn="l">
              <a:defRPr sz="2100" b="0">
                <a:solidFill>
                  <a:srgbClr val="173744"/>
                </a:solidFill>
                <a:latin typeface="Arial"/>
                <a:ea typeface="Arial"/>
                <a:cs typeface="Arial"/>
              </a:defRPr>
            </a:lvl7pPr>
            <a:lvl8pPr algn="l">
              <a:defRPr sz="2100" b="0">
                <a:solidFill>
                  <a:srgbClr val="173744"/>
                </a:solidFill>
                <a:latin typeface="Arial"/>
                <a:ea typeface="Arial"/>
                <a:cs typeface="Arial"/>
              </a:defRPr>
            </a:lvl8pPr>
            <a:lvl9pPr algn="l">
              <a:defRPr sz="2100" b="0">
                <a:solidFill>
                  <a:srgbClr val="173744"/>
                </a:solidFill>
                <a:latin typeface="Arial"/>
                <a:ea typeface="Arial"/>
                <a:cs typeface="Arial"/>
              </a:defRPr>
            </a:lvl9pPr>
          </a:lstStyle>
          <a:p xmlns:a="http://schemas.openxmlformats.org/drawingml/2006/main">
            <a:pPr algn="l">
              <a:defRPr sz="2100" b="0">
                <a:solidFill>
                  <a:srgbClr val="173744"/>
                </a:solidFill>
                <a:latin typeface="Arial"/>
                <a:ea typeface="Arial"/>
                <a:cs typeface="Arial"/>
              </a:defRPr>
            </a:pPr>
            <a:r>
              <a:rPr sz="2100" b="0">
                <a:solidFill>
                  <a:srgbClr val="173744"/>
                </a:solidFill>
                <a:latin typeface="Arial"/>
                <a:ea typeface="Arial"/>
                <a:cs typeface="Arial"/>
              </a:rPr>
              <a:t>El texto conserva página y método de extracción.</a:t>
            </a:r>
          </a:p>
        </p:txBody>
      </p:sp>
      <p:sp>
        <p:nvSpPr>
          <p:cNvPr id="6" name="text-34">
            <a:extLst xmlns:a="http://schemas.openxmlformats.org/drawingml/2006/main">
              <a:ext uri="{FF2B5EF4-FFF2-40B4-BE49-F238E27FC236}">
                <a16:creationId xmlns:a16="http://schemas.microsoft.com/office/drawing/2014/main" id="{5177176C-8ECD-4B82-B34D-A915A2DA0795}"/>
              </a:ext>
            </a:extLst>
          </p:cNvPr>
          <p:cNvSpPr>
            <a:spLocks xmlns:a="http://schemas.openxmlformats.org/drawingml/2006/main" noGrp="1"/>
          </p:cNvSpPr>
          <p:nvPr/>
        </p:nvSpPr>
        <p:spPr>
          <a:xfrm xmlns:a="http://schemas.openxmlformats.org/drawingml/2006/main">
            <a:off x="609600" y="4724400"/>
            <a:ext cx="30765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3744"/>
                </a:solidFill>
                <a:latin typeface="Arial"/>
                <a:ea typeface="Arial"/>
                <a:cs typeface="Arial"/>
              </a:defRPr>
            </a:defPPr>
            <a:lvl1pPr algn="l">
              <a:defRPr sz="2025" b="0">
                <a:solidFill>
                  <a:srgbClr val="173744"/>
                </a:solidFill>
                <a:latin typeface="Arial"/>
                <a:ea typeface="Arial"/>
                <a:cs typeface="Arial"/>
              </a:defRPr>
            </a:lvl1pPr>
            <a:lvl2pPr algn="l">
              <a:defRPr sz="2025" b="0">
                <a:solidFill>
                  <a:srgbClr val="173744"/>
                </a:solidFill>
                <a:latin typeface="Arial"/>
                <a:ea typeface="Arial"/>
                <a:cs typeface="Arial"/>
              </a:defRPr>
            </a:lvl2pPr>
            <a:lvl3pPr algn="l">
              <a:defRPr sz="2025" b="0">
                <a:solidFill>
                  <a:srgbClr val="173744"/>
                </a:solidFill>
                <a:latin typeface="Arial"/>
                <a:ea typeface="Arial"/>
                <a:cs typeface="Arial"/>
              </a:defRPr>
            </a:lvl3pPr>
            <a:lvl4pPr algn="l">
              <a:defRPr sz="2025" b="0">
                <a:solidFill>
                  <a:srgbClr val="173744"/>
                </a:solidFill>
                <a:latin typeface="Arial"/>
                <a:ea typeface="Arial"/>
                <a:cs typeface="Arial"/>
              </a:defRPr>
            </a:lvl4pPr>
            <a:lvl5pPr algn="l">
              <a:defRPr sz="2025" b="0">
                <a:solidFill>
                  <a:srgbClr val="173744"/>
                </a:solidFill>
                <a:latin typeface="Arial"/>
                <a:ea typeface="Arial"/>
                <a:cs typeface="Arial"/>
              </a:defRPr>
            </a:lvl5pPr>
            <a:lvl6pPr algn="l">
              <a:defRPr sz="2025" b="0">
                <a:solidFill>
                  <a:srgbClr val="173744"/>
                </a:solidFill>
                <a:latin typeface="Arial"/>
                <a:ea typeface="Arial"/>
                <a:cs typeface="Arial"/>
              </a:defRPr>
            </a:lvl6pPr>
            <a:lvl7pPr algn="l">
              <a:defRPr sz="2025" b="0">
                <a:solidFill>
                  <a:srgbClr val="173744"/>
                </a:solidFill>
                <a:latin typeface="Arial"/>
                <a:ea typeface="Arial"/>
                <a:cs typeface="Arial"/>
              </a:defRPr>
            </a:lvl7pPr>
            <a:lvl8pPr algn="l">
              <a:defRPr sz="2025" b="0">
                <a:solidFill>
                  <a:srgbClr val="173744"/>
                </a:solidFill>
                <a:latin typeface="Arial"/>
                <a:ea typeface="Arial"/>
                <a:cs typeface="Arial"/>
              </a:defRPr>
            </a:lvl8pPr>
            <a:lvl9pPr algn="l">
              <a:defRPr sz="2025" b="0">
                <a:solidFill>
                  <a:srgbClr val="173744"/>
                </a:solidFill>
                <a:latin typeface="Arial"/>
                <a:ea typeface="Arial"/>
                <a:cs typeface="Arial"/>
              </a:defRPr>
            </a:lvl9pPr>
          </a:lstStyle>
          <a:p xmlns:a="http://schemas.openxmlformats.org/drawingml/2006/main">
            <a:pPr algn="l">
              <a:defRPr sz="2025" b="0">
                <a:solidFill>
                  <a:srgbClr val="173744"/>
                </a:solidFill>
                <a:latin typeface="Arial"/>
                <a:ea typeface="Arial"/>
                <a:cs typeface="Arial"/>
              </a:defRPr>
            </a:pPr>
            <a:r>
              <a:rPr sz="2025" b="0">
                <a:solidFill>
                  <a:srgbClr val="173744"/>
                </a:solidFill>
                <a:latin typeface="Arial"/>
                <a:ea typeface="Arial"/>
                <a:cs typeface="Arial"/>
              </a:rPr>
              <a:t>Seguir o descartar deja una decisión independiente del cálculo.</a:t>
            </a:r>
          </a:p>
        </p:txBody>
      </p:sp>
      <p:pic>
        <p:nvPicPr>
          <p:cNvPr id="7" name="">
            <a:extLst xmlns:a="http://schemas.openxmlformats.org/drawingml/2006/main">
              <a:ext uri="{FF2B5EF4-FFF2-40B4-BE49-F238E27FC236}">
                <a16:creationId xmlns:a16="http://schemas.microsoft.com/office/drawing/2014/main" id="{8EA27982-6482-4E67-BE6D-1FCEAFBB70EC}"/>
              </a:ext>
            </a:extLst>
          </p:cNvPr>
          <p:cNvPicPr>
            <a:picLocks xmlns:a="http://schemas.openxmlformats.org/drawingml/2006/main" noChangeAspect="1"/>
          </p:cNvPicPr>
          <p:nvPr/>
        </p:nvPicPr>
        <p:blipFill>
          <a:blip xmlns:r="http://schemas.openxmlformats.org/officeDocument/2006/relationships" xmlns:a="http://schemas.openxmlformats.org/drawingml/2006/main" r:embed="R99a8f27af78a48e3"/>
          <a:stretch xmlns:a="http://schemas.openxmlformats.org/drawingml/2006/main"/>
        </p:blipFill>
        <p:spPr>
          <a:xfrm xmlns:a="http://schemas.openxmlformats.org/drawingml/2006/main">
            <a:off x="4407218" y="1619250"/>
            <a:ext cx="6873240" cy="4295775"/>
          </a:xfrm>
          <a:prstGeom xmlns:a="http://schemas.openxmlformats.org/drawingml/2006/main" prst="rect">
            <a:avLst/>
          </a:prstGeom>
        </p:spPr>
      </p:pic>
    </p:spTree>
    <p:extLst>
      <p:ext uri="{BB962C8B-B14F-4D97-AF65-F5344CB8AC3E}">
        <p14:creationId xmlns:p14="http://schemas.microsoft.com/office/powerpoint/2010/main" val="530167410"/>
      </p:ext>
    </p:extLst>
  </p:cSld>
</p:sld>
</file>

<file path=ppt/slides/slide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4632D1B8-8248-4FA4-93D9-976B16E9F992}"/>
              </a:ext>
            </a:extLst>
          </p:cNvPr>
          <p:cNvCxnSpPr>
            <a:stCxn xmlns:a="http://schemas.openxmlformats.org/drawingml/2006/main" id="15" idx="3"/>
            <a:endCxn xmlns:a="http://schemas.openxmlformats.org/drawingml/2006/main" id="18" idx="1"/>
          </p:cNvCxnSpPr>
          <p:nvPr/>
        </p:nvCxnSpPr>
        <p:spPr>
          <a:xfrm xmlns:a="http://schemas.openxmlformats.org/drawingml/2006/main">
            <a:off x="7610475" y="4910138"/>
            <a:ext cx="1162050" cy="0"/>
          </a:xfrm>
          <a:prstGeom xmlns:a="http://schemas.openxmlformats.org/drawingml/2006/main" prst="straightConnector1">
            <a:avLst/>
          </a:prstGeom>
          <a:ln xmlns:a="http://schemas.openxmlformats.org/drawingml/2006/main" w="19050">
            <a:solidFill>
              <a:srgbClr val="008F7B"/>
            </a:solidFill>
          </a:ln>
        </p:spPr>
      </p:cxnSp>
      <p:cxnSp>
        <p:nvCxnSpPr>
          <p:cNvPr id="24" name="">
            <a:extLst xmlns:a="http://schemas.openxmlformats.org/drawingml/2006/main">
              <a:ext uri="{FF2B5EF4-FFF2-40B4-BE49-F238E27FC236}">
                <a16:creationId xmlns:a16="http://schemas.microsoft.com/office/drawing/2014/main" id="{931B8548-29CB-4104-8BBF-6139F6911ABE}"/>
              </a:ext>
            </a:extLst>
          </p:cNvPr>
          <p:cNvCxnSpPr>
            <a:stCxn xmlns:a="http://schemas.openxmlformats.org/drawingml/2006/main" id="12" idx="3"/>
            <a:endCxn xmlns:a="http://schemas.openxmlformats.org/drawingml/2006/main" id="15" idx="1"/>
          </p:cNvCxnSpPr>
          <p:nvPr/>
        </p:nvCxnSpPr>
        <p:spPr>
          <a:xfrm xmlns:a="http://schemas.openxmlformats.org/drawingml/2006/main">
            <a:off x="3324225" y="4910138"/>
            <a:ext cx="1190625" cy="0"/>
          </a:xfrm>
          <a:prstGeom xmlns:a="http://schemas.openxmlformats.org/drawingml/2006/main" prst="straightConnector1">
            <a:avLst/>
          </a:prstGeom>
          <a:ln xmlns:a="http://schemas.openxmlformats.org/drawingml/2006/main" w="19050">
            <a:solidFill>
              <a:srgbClr val="008F7B"/>
            </a:solidFill>
          </a:ln>
        </p:spPr>
      </p:cxnSp>
      <p:cxnSp>
        <p:nvCxnSpPr>
          <p:cNvPr id="23" name="">
            <a:extLst xmlns:a="http://schemas.openxmlformats.org/drawingml/2006/main">
              <a:ext uri="{FF2B5EF4-FFF2-40B4-BE49-F238E27FC236}">
                <a16:creationId xmlns:a16="http://schemas.microsoft.com/office/drawing/2014/main" id="{BF5C6F93-DB48-448A-A2DD-BDA87060612D}"/>
              </a:ext>
            </a:extLst>
          </p:cNvPr>
          <p:cNvCxnSpPr>
            <a:stCxn xmlns:a="http://schemas.openxmlformats.org/drawingml/2006/main" id="6" idx="2"/>
            <a:endCxn xmlns:a="http://schemas.openxmlformats.org/drawingml/2006/main" id="15" idx="0"/>
          </p:cNvCxnSpPr>
          <p:nvPr/>
        </p:nvCxnSpPr>
        <p:spPr>
          <a:xfrm xmlns:a="http://schemas.openxmlformats.org/drawingml/2006/main">
            <a:off x="6062663" y="2838450"/>
            <a:ext cx="0" cy="1428750"/>
          </a:xfrm>
          <a:prstGeom xmlns:a="http://schemas.openxmlformats.org/drawingml/2006/main" prst="straightConnector1">
            <a:avLst/>
          </a:prstGeom>
          <a:ln xmlns:a="http://schemas.openxmlformats.org/drawingml/2006/main" w="19050">
            <a:solidFill>
              <a:srgbClr val="008F7B"/>
            </a:solidFill>
          </a:ln>
        </p:spPr>
      </p:cxnSp>
      <p:cxnSp>
        <p:nvCxnSpPr>
          <p:cNvPr id="22" name="">
            <a:extLst xmlns:a="http://schemas.openxmlformats.org/drawingml/2006/main">
              <a:ext uri="{FF2B5EF4-FFF2-40B4-BE49-F238E27FC236}">
                <a16:creationId xmlns:a16="http://schemas.microsoft.com/office/drawing/2014/main" id="{F63DD9EF-558D-40A8-9E39-04AA449277E6}"/>
              </a:ext>
            </a:extLst>
          </p:cNvPr>
          <p:cNvCxnSpPr>
            <a:stCxn xmlns:a="http://schemas.openxmlformats.org/drawingml/2006/main" id="6" idx="3"/>
            <a:endCxn xmlns:a="http://schemas.openxmlformats.org/drawingml/2006/main" id="9" idx="1"/>
          </p:cNvCxnSpPr>
          <p:nvPr/>
        </p:nvCxnSpPr>
        <p:spPr>
          <a:xfrm xmlns:a="http://schemas.openxmlformats.org/drawingml/2006/main">
            <a:off x="7610475" y="2276475"/>
            <a:ext cx="1162050" cy="0"/>
          </a:xfrm>
          <a:prstGeom xmlns:a="http://schemas.openxmlformats.org/drawingml/2006/main" prst="straightConnector1">
            <a:avLst/>
          </a:prstGeom>
          <a:ln xmlns:a="http://schemas.openxmlformats.org/drawingml/2006/main" w="19050">
            <a:solidFill>
              <a:srgbClr val="008F7B"/>
            </a:solidFill>
          </a:ln>
        </p:spPr>
      </p:cxnSp>
      <p:cxnSp>
        <p:nvCxnSpPr>
          <p:cNvPr id="21" name="">
            <a:extLst xmlns:a="http://schemas.openxmlformats.org/drawingml/2006/main">
              <a:ext uri="{FF2B5EF4-FFF2-40B4-BE49-F238E27FC236}">
                <a16:creationId xmlns:a16="http://schemas.microsoft.com/office/drawing/2014/main" id="{36FA7B6D-6126-4B18-9934-FF66015A9C71}"/>
              </a:ext>
            </a:extLst>
          </p:cNvPr>
          <p:cNvCxnSpPr>
            <a:stCxn xmlns:a="http://schemas.openxmlformats.org/drawingml/2006/main" id="3" idx="3"/>
            <a:endCxn xmlns:a="http://schemas.openxmlformats.org/drawingml/2006/main" id="6" idx="1"/>
          </p:cNvCxnSpPr>
          <p:nvPr/>
        </p:nvCxnSpPr>
        <p:spPr>
          <a:xfrm xmlns:a="http://schemas.openxmlformats.org/drawingml/2006/main">
            <a:off x="3324225" y="2276475"/>
            <a:ext cx="1190625" cy="0"/>
          </a:xfrm>
          <a:prstGeom xmlns:a="http://schemas.openxmlformats.org/drawingml/2006/main" prst="straightConnector1">
            <a:avLst/>
          </a:prstGeom>
          <a:ln xmlns:a="http://schemas.openxmlformats.org/drawingml/2006/main" w="19050">
            <a:solidFill>
              <a:srgbClr val="008F7B"/>
            </a:solidFill>
          </a:ln>
        </p:spPr>
      </p:cxnSp>
      <p:sp>
        <p:nvSpPr>
          <p:cNvPr id="28" name="text-35">
            <a:extLst xmlns:a="http://schemas.openxmlformats.org/drawingml/2006/main">
              <a:ext uri="{FF2B5EF4-FFF2-40B4-BE49-F238E27FC236}">
                <a16:creationId xmlns:a16="http://schemas.microsoft.com/office/drawing/2014/main" id="{555A21CE-E882-4A90-A40D-471ED3C22BFF}"/>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0B3043"/>
                </a:solidFill>
                <a:latin typeface="Arial"/>
                <a:ea typeface="Arial"/>
                <a:cs typeface="Arial"/>
              </a:defRPr>
            </a:defPPr>
            <a:lvl1pPr algn="l">
              <a:defRPr sz="3375" b="1">
                <a:solidFill>
                  <a:srgbClr val="0B3043"/>
                </a:solidFill>
                <a:latin typeface="Arial"/>
                <a:ea typeface="Arial"/>
                <a:cs typeface="Arial"/>
              </a:defRPr>
            </a:lvl1pPr>
            <a:lvl2pPr algn="l">
              <a:defRPr sz="3375" b="1">
                <a:solidFill>
                  <a:srgbClr val="0B3043"/>
                </a:solidFill>
                <a:latin typeface="Arial"/>
                <a:ea typeface="Arial"/>
                <a:cs typeface="Arial"/>
              </a:defRPr>
            </a:lvl2pPr>
            <a:lvl3pPr algn="l">
              <a:defRPr sz="3375" b="1">
                <a:solidFill>
                  <a:srgbClr val="0B3043"/>
                </a:solidFill>
                <a:latin typeface="Arial"/>
                <a:ea typeface="Arial"/>
                <a:cs typeface="Arial"/>
              </a:defRPr>
            </a:lvl3pPr>
            <a:lvl4pPr algn="l">
              <a:defRPr sz="3375" b="1">
                <a:solidFill>
                  <a:srgbClr val="0B3043"/>
                </a:solidFill>
                <a:latin typeface="Arial"/>
                <a:ea typeface="Arial"/>
                <a:cs typeface="Arial"/>
              </a:defRPr>
            </a:lvl4pPr>
            <a:lvl5pPr algn="l">
              <a:defRPr sz="3375" b="1">
                <a:solidFill>
                  <a:srgbClr val="0B3043"/>
                </a:solidFill>
                <a:latin typeface="Arial"/>
                <a:ea typeface="Arial"/>
                <a:cs typeface="Arial"/>
              </a:defRPr>
            </a:lvl5pPr>
            <a:lvl6pPr algn="l">
              <a:defRPr sz="3375" b="1">
                <a:solidFill>
                  <a:srgbClr val="0B3043"/>
                </a:solidFill>
                <a:latin typeface="Arial"/>
                <a:ea typeface="Arial"/>
                <a:cs typeface="Arial"/>
              </a:defRPr>
            </a:lvl6pPr>
            <a:lvl7pPr algn="l">
              <a:defRPr sz="3375" b="1">
                <a:solidFill>
                  <a:srgbClr val="0B3043"/>
                </a:solidFill>
                <a:latin typeface="Arial"/>
                <a:ea typeface="Arial"/>
                <a:cs typeface="Arial"/>
              </a:defRPr>
            </a:lvl7pPr>
            <a:lvl8pPr algn="l">
              <a:defRPr sz="3375" b="1">
                <a:solidFill>
                  <a:srgbClr val="0B3043"/>
                </a:solidFill>
                <a:latin typeface="Arial"/>
                <a:ea typeface="Arial"/>
                <a:cs typeface="Arial"/>
              </a:defRPr>
            </a:lvl8pPr>
            <a:lvl9pPr algn="l">
              <a:defRPr sz="3375" b="1">
                <a:solidFill>
                  <a:srgbClr val="0B3043"/>
                </a:solidFill>
                <a:latin typeface="Arial"/>
                <a:ea typeface="Arial"/>
                <a:cs typeface="Arial"/>
              </a:defRPr>
            </a:lvl9pPr>
          </a:lstStyle>
          <a:p xmlns:a="http://schemas.openxmlformats.org/drawingml/2006/main">
            <a:pPr algn="l">
              <a:defRPr sz="3375" b="1">
                <a:solidFill>
                  <a:srgbClr val="0B3043"/>
                </a:solidFill>
                <a:latin typeface="Arial"/>
                <a:ea typeface="Arial"/>
                <a:cs typeface="Arial"/>
              </a:defRPr>
            </a:pPr>
            <a:r>
              <a:rPr sz="3375" b="1">
                <a:solidFill>
                  <a:srgbClr val="0B3043"/>
                </a:solidFill>
                <a:latin typeface="Arial"/>
                <a:ea typeface="Arial"/>
                <a:cs typeface="Arial"/>
              </a:rPr>
              <a:t>Arquitectura y responsabilidad de cada componente</a:t>
            </a:r>
          </a:p>
        </p:txBody>
      </p:sp>
      <p:sp>
        <p:nvSpPr>
          <p:cNvPr id="2" name="text-36">
            <a:extLst xmlns:a="http://schemas.openxmlformats.org/drawingml/2006/main">
              <a:ext uri="{FF2B5EF4-FFF2-40B4-BE49-F238E27FC236}">
                <a16:creationId xmlns:a16="http://schemas.microsoft.com/office/drawing/2014/main" id="{0000BA18-1458-4DB9-A70B-E195B24F807B}"/>
              </a:ext>
            </a:extLst>
          </p:cNvPr>
          <p:cNvSpPr>
            <a:spLocks xmlns:a="http://schemas.openxmlformats.org/drawingml/2006/main" noGrp="1"/>
          </p:cNvSpPr>
          <p:nvPr/>
        </p:nvSpPr>
        <p:spPr>
          <a:xfrm xmlns:a="http://schemas.openxmlformats.org/drawingml/2006/main">
            <a:off x="609600" y="6419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57078"/>
                </a:solidFill>
                <a:latin typeface="Arial"/>
                <a:ea typeface="Arial"/>
                <a:cs typeface="Arial"/>
              </a:defRPr>
            </a:defPPr>
            <a:lvl1pPr algn="r">
              <a:defRPr sz="1125" b="0">
                <a:solidFill>
                  <a:srgbClr val="557078"/>
                </a:solidFill>
                <a:latin typeface="Arial"/>
                <a:ea typeface="Arial"/>
                <a:cs typeface="Arial"/>
              </a:defRPr>
            </a:lvl1pPr>
            <a:lvl2pPr algn="r">
              <a:defRPr sz="1125" b="0">
                <a:solidFill>
                  <a:srgbClr val="557078"/>
                </a:solidFill>
                <a:latin typeface="Arial"/>
                <a:ea typeface="Arial"/>
                <a:cs typeface="Arial"/>
              </a:defRPr>
            </a:lvl2pPr>
            <a:lvl3pPr algn="r">
              <a:defRPr sz="1125" b="0">
                <a:solidFill>
                  <a:srgbClr val="557078"/>
                </a:solidFill>
                <a:latin typeface="Arial"/>
                <a:ea typeface="Arial"/>
                <a:cs typeface="Arial"/>
              </a:defRPr>
            </a:lvl3pPr>
            <a:lvl4pPr algn="r">
              <a:defRPr sz="1125" b="0">
                <a:solidFill>
                  <a:srgbClr val="557078"/>
                </a:solidFill>
                <a:latin typeface="Arial"/>
                <a:ea typeface="Arial"/>
                <a:cs typeface="Arial"/>
              </a:defRPr>
            </a:lvl4pPr>
            <a:lvl5pPr algn="r">
              <a:defRPr sz="1125" b="0">
                <a:solidFill>
                  <a:srgbClr val="557078"/>
                </a:solidFill>
                <a:latin typeface="Arial"/>
                <a:ea typeface="Arial"/>
                <a:cs typeface="Arial"/>
              </a:defRPr>
            </a:lvl5pPr>
            <a:lvl6pPr algn="r">
              <a:defRPr sz="1125" b="0">
                <a:solidFill>
                  <a:srgbClr val="557078"/>
                </a:solidFill>
                <a:latin typeface="Arial"/>
                <a:ea typeface="Arial"/>
                <a:cs typeface="Arial"/>
              </a:defRPr>
            </a:lvl6pPr>
            <a:lvl7pPr algn="r">
              <a:defRPr sz="1125" b="0">
                <a:solidFill>
                  <a:srgbClr val="557078"/>
                </a:solidFill>
                <a:latin typeface="Arial"/>
                <a:ea typeface="Arial"/>
                <a:cs typeface="Arial"/>
              </a:defRPr>
            </a:lvl7pPr>
            <a:lvl8pPr algn="r">
              <a:defRPr sz="1125" b="0">
                <a:solidFill>
                  <a:srgbClr val="557078"/>
                </a:solidFill>
                <a:latin typeface="Arial"/>
                <a:ea typeface="Arial"/>
                <a:cs typeface="Arial"/>
              </a:defRPr>
            </a:lvl8pPr>
            <a:lvl9pPr algn="r">
              <a:defRPr sz="1125" b="0">
                <a:solidFill>
                  <a:srgbClr val="557078"/>
                </a:solidFill>
                <a:latin typeface="Arial"/>
                <a:ea typeface="Arial"/>
                <a:cs typeface="Arial"/>
              </a:defRPr>
            </a:lvl9pPr>
          </a:lstStyle>
          <a:p xmlns:a="http://schemas.openxmlformats.org/drawingml/2006/main">
            <a:pPr algn="r">
              <a:defRPr sz="1125" b="0">
                <a:solidFill>
                  <a:srgbClr val="557078"/>
                </a:solidFill>
                <a:latin typeface="Arial"/>
                <a:ea typeface="Arial"/>
                <a:cs typeface="Arial"/>
              </a:defRPr>
            </a:pPr>
            <a:r>
              <a:rPr sz="1125" b="0">
                <a:solidFill>
                  <a:srgbClr val="557078"/>
                </a:solidFill>
                <a:latin typeface="Arial"/>
                <a:ea typeface="Arial"/>
                <a:cs typeface="Arial"/>
              </a:rPr>
              <a:t>Borrador v0.9.0   /   07</a:t>
            </a:r>
          </a:p>
        </p:txBody>
      </p:sp>
      <p:sp>
        <p:nvSpPr>
          <p:cNvPr id="3" name="architecture-Navegador">
            <a:extLst xmlns:a="http://schemas.openxmlformats.org/drawingml/2006/main">
              <a:ext uri="{FF2B5EF4-FFF2-40B4-BE49-F238E27FC236}">
                <a16:creationId xmlns:a16="http://schemas.microsoft.com/office/drawing/2014/main" id="{83F2CBE8-ECA4-40C3-B1CF-78CFE45C58CC}"/>
              </a:ext>
            </a:extLst>
          </p:cNvPr>
          <p:cNvSpPr>
            <a:spLocks xmlns:a="http://schemas.openxmlformats.org/drawingml/2006/main" noGrp="1"/>
          </p:cNvSpPr>
          <p:nvPr/>
        </p:nvSpPr>
        <p:spPr>
          <a:xfrm xmlns:a="http://schemas.openxmlformats.org/drawingml/2006/main">
            <a:off x="609600" y="1714500"/>
            <a:ext cx="2714625" cy="1123950"/>
          </a:xfrm>
          <a:prstGeom xmlns:a="http://schemas.openxmlformats.org/drawingml/2006/main" prst="rect">
            <a:avLst/>
          </a:prstGeom>
          <a:solidFill xmlns:a="http://schemas.openxmlformats.org/drawingml/2006/main">
            <a:srgbClr val="FFFFFF"/>
          </a:solidFill>
          <a:ln xmlns:a="http://schemas.openxmlformats.org/drawingml/2006/main" w="13335">
            <a:solidFill>
              <a:srgbClr val="B8C9C9"/>
            </a:solidFill>
          </a:ln>
        </p:spPr>
      </p:sp>
      <p:sp>
        <p:nvSpPr>
          <p:cNvPr id="4" name="text-37">
            <a:extLst xmlns:a="http://schemas.openxmlformats.org/drawingml/2006/main">
              <a:ext uri="{FF2B5EF4-FFF2-40B4-BE49-F238E27FC236}">
                <a16:creationId xmlns:a16="http://schemas.microsoft.com/office/drawing/2014/main" id="{D5A4F91C-14CA-4750-BB96-88C7D0FC39FE}"/>
              </a:ext>
            </a:extLst>
          </p:cNvPr>
          <p:cNvSpPr>
            <a:spLocks xmlns:a="http://schemas.openxmlformats.org/drawingml/2006/main" noGrp="1"/>
          </p:cNvSpPr>
          <p:nvPr/>
        </p:nvSpPr>
        <p:spPr>
          <a:xfrm xmlns:a="http://schemas.openxmlformats.org/drawingml/2006/main">
            <a:off x="800100" y="1866900"/>
            <a:ext cx="233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3043"/>
                </a:solidFill>
                <a:latin typeface="Arial"/>
                <a:ea typeface="Arial"/>
                <a:cs typeface="Arial"/>
              </a:defRPr>
            </a:defPPr>
            <a:lvl1pPr algn="l">
              <a:defRPr sz="1875" b="1">
                <a:solidFill>
                  <a:srgbClr val="0B3043"/>
                </a:solidFill>
                <a:latin typeface="Arial"/>
                <a:ea typeface="Arial"/>
                <a:cs typeface="Arial"/>
              </a:defRPr>
            </a:lvl1pPr>
            <a:lvl2pPr algn="l">
              <a:defRPr sz="1875" b="1">
                <a:solidFill>
                  <a:srgbClr val="0B3043"/>
                </a:solidFill>
                <a:latin typeface="Arial"/>
                <a:ea typeface="Arial"/>
                <a:cs typeface="Arial"/>
              </a:defRPr>
            </a:lvl2pPr>
            <a:lvl3pPr algn="l">
              <a:defRPr sz="1875" b="1">
                <a:solidFill>
                  <a:srgbClr val="0B3043"/>
                </a:solidFill>
                <a:latin typeface="Arial"/>
                <a:ea typeface="Arial"/>
                <a:cs typeface="Arial"/>
              </a:defRPr>
            </a:lvl3pPr>
            <a:lvl4pPr algn="l">
              <a:defRPr sz="1875" b="1">
                <a:solidFill>
                  <a:srgbClr val="0B3043"/>
                </a:solidFill>
                <a:latin typeface="Arial"/>
                <a:ea typeface="Arial"/>
                <a:cs typeface="Arial"/>
              </a:defRPr>
            </a:lvl4pPr>
            <a:lvl5pPr algn="l">
              <a:defRPr sz="1875" b="1">
                <a:solidFill>
                  <a:srgbClr val="0B3043"/>
                </a:solidFill>
                <a:latin typeface="Arial"/>
                <a:ea typeface="Arial"/>
                <a:cs typeface="Arial"/>
              </a:defRPr>
            </a:lvl5pPr>
            <a:lvl6pPr algn="l">
              <a:defRPr sz="1875" b="1">
                <a:solidFill>
                  <a:srgbClr val="0B3043"/>
                </a:solidFill>
                <a:latin typeface="Arial"/>
                <a:ea typeface="Arial"/>
                <a:cs typeface="Arial"/>
              </a:defRPr>
            </a:lvl6pPr>
            <a:lvl7pPr algn="l">
              <a:defRPr sz="1875" b="1">
                <a:solidFill>
                  <a:srgbClr val="0B3043"/>
                </a:solidFill>
                <a:latin typeface="Arial"/>
                <a:ea typeface="Arial"/>
                <a:cs typeface="Arial"/>
              </a:defRPr>
            </a:lvl7pPr>
            <a:lvl8pPr algn="l">
              <a:defRPr sz="1875" b="1">
                <a:solidFill>
                  <a:srgbClr val="0B3043"/>
                </a:solidFill>
                <a:latin typeface="Arial"/>
                <a:ea typeface="Arial"/>
                <a:cs typeface="Arial"/>
              </a:defRPr>
            </a:lvl8pPr>
            <a:lvl9pPr algn="l">
              <a:defRPr sz="1875" b="1">
                <a:solidFill>
                  <a:srgbClr val="0B3043"/>
                </a:solidFill>
                <a:latin typeface="Arial"/>
                <a:ea typeface="Arial"/>
                <a:cs typeface="Arial"/>
              </a:defRPr>
            </a:lvl9pPr>
          </a:lstStyle>
          <a:p xmlns:a="http://schemas.openxmlformats.org/drawingml/2006/main">
            <a:pPr algn="l">
              <a:defRPr sz="1875" b="1">
                <a:solidFill>
                  <a:srgbClr val="0B3043"/>
                </a:solidFill>
                <a:latin typeface="Arial"/>
                <a:ea typeface="Arial"/>
                <a:cs typeface="Arial"/>
              </a:defRPr>
            </a:pPr>
            <a:r>
              <a:rPr sz="1875" b="1">
                <a:solidFill>
                  <a:srgbClr val="0B3043"/>
                </a:solidFill>
                <a:latin typeface="Arial"/>
                <a:ea typeface="Arial"/>
                <a:cs typeface="Arial"/>
              </a:rPr>
              <a:t>Navegador</a:t>
            </a:r>
          </a:p>
        </p:txBody>
      </p:sp>
      <p:sp>
        <p:nvSpPr>
          <p:cNvPr id="5" name="text-38">
            <a:extLst xmlns:a="http://schemas.openxmlformats.org/drawingml/2006/main">
              <a:ext uri="{FF2B5EF4-FFF2-40B4-BE49-F238E27FC236}">
                <a16:creationId xmlns:a16="http://schemas.microsoft.com/office/drawing/2014/main" id="{DED65801-6845-45C3-944F-7FBFE2125306}"/>
              </a:ext>
            </a:extLst>
          </p:cNvPr>
          <p:cNvSpPr>
            <a:spLocks xmlns:a="http://schemas.openxmlformats.org/drawingml/2006/main" noGrp="1"/>
          </p:cNvSpPr>
          <p:nvPr/>
        </p:nvSpPr>
        <p:spPr>
          <a:xfrm xmlns:a="http://schemas.openxmlformats.org/drawingml/2006/main">
            <a:off x="800100" y="2257425"/>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7078"/>
                </a:solidFill>
                <a:latin typeface="Arial"/>
                <a:ea typeface="Arial"/>
                <a:cs typeface="Arial"/>
              </a:defRPr>
            </a:defPPr>
            <a:lvl1pPr algn="l">
              <a:defRPr sz="1575" b="0">
                <a:solidFill>
                  <a:srgbClr val="557078"/>
                </a:solidFill>
                <a:latin typeface="Arial"/>
                <a:ea typeface="Arial"/>
                <a:cs typeface="Arial"/>
              </a:defRPr>
            </a:lvl1pPr>
            <a:lvl2pPr algn="l">
              <a:defRPr sz="1575" b="0">
                <a:solidFill>
                  <a:srgbClr val="557078"/>
                </a:solidFill>
                <a:latin typeface="Arial"/>
                <a:ea typeface="Arial"/>
                <a:cs typeface="Arial"/>
              </a:defRPr>
            </a:lvl2pPr>
            <a:lvl3pPr algn="l">
              <a:defRPr sz="1575" b="0">
                <a:solidFill>
                  <a:srgbClr val="557078"/>
                </a:solidFill>
                <a:latin typeface="Arial"/>
                <a:ea typeface="Arial"/>
                <a:cs typeface="Arial"/>
              </a:defRPr>
            </a:lvl3pPr>
            <a:lvl4pPr algn="l">
              <a:defRPr sz="1575" b="0">
                <a:solidFill>
                  <a:srgbClr val="557078"/>
                </a:solidFill>
                <a:latin typeface="Arial"/>
                <a:ea typeface="Arial"/>
                <a:cs typeface="Arial"/>
              </a:defRPr>
            </a:lvl4pPr>
            <a:lvl5pPr algn="l">
              <a:defRPr sz="1575" b="0">
                <a:solidFill>
                  <a:srgbClr val="557078"/>
                </a:solidFill>
                <a:latin typeface="Arial"/>
                <a:ea typeface="Arial"/>
                <a:cs typeface="Arial"/>
              </a:defRPr>
            </a:lvl5pPr>
            <a:lvl6pPr algn="l">
              <a:defRPr sz="1575" b="0">
                <a:solidFill>
                  <a:srgbClr val="557078"/>
                </a:solidFill>
                <a:latin typeface="Arial"/>
                <a:ea typeface="Arial"/>
                <a:cs typeface="Arial"/>
              </a:defRPr>
            </a:lvl6pPr>
            <a:lvl7pPr algn="l">
              <a:defRPr sz="1575" b="0">
                <a:solidFill>
                  <a:srgbClr val="557078"/>
                </a:solidFill>
                <a:latin typeface="Arial"/>
                <a:ea typeface="Arial"/>
                <a:cs typeface="Arial"/>
              </a:defRPr>
            </a:lvl7pPr>
            <a:lvl8pPr algn="l">
              <a:defRPr sz="1575" b="0">
                <a:solidFill>
                  <a:srgbClr val="557078"/>
                </a:solidFill>
                <a:latin typeface="Arial"/>
                <a:ea typeface="Arial"/>
                <a:cs typeface="Arial"/>
              </a:defRPr>
            </a:lvl8pPr>
            <a:lvl9pPr algn="l">
              <a:defRPr sz="1575" b="0">
                <a:solidFill>
                  <a:srgbClr val="557078"/>
                </a:solidFill>
                <a:latin typeface="Arial"/>
                <a:ea typeface="Arial"/>
                <a:cs typeface="Arial"/>
              </a:defRPr>
            </a:lvl9pPr>
          </a:lstStyle>
          <a:p xmlns:a="http://schemas.openxmlformats.org/drawingml/2006/main">
            <a:pPr algn="l">
              <a:defRPr sz="1575" b="0">
                <a:solidFill>
                  <a:srgbClr val="557078"/>
                </a:solidFill>
                <a:latin typeface="Arial"/>
                <a:ea typeface="Arial"/>
                <a:cs typeface="Arial"/>
              </a:defRPr>
            </a:pPr>
            <a:r>
              <a:rPr sz="1575" b="0">
                <a:solidFill>
                  <a:srgbClr val="557078"/>
                </a:solidFill>
                <a:latin typeface="Arial"/>
                <a:ea typeface="Arial"/>
                <a:cs typeface="Arial"/>
              </a:rPr>
              <a:t>HTML, CSS y JavaScript</a:t>
            </a:r>
          </a:p>
        </p:txBody>
      </p:sp>
      <p:sp>
        <p:nvSpPr>
          <p:cNvPr id="6" name="architecture-Aplicación Python">
            <a:extLst xmlns:a="http://schemas.openxmlformats.org/drawingml/2006/main">
              <a:ext uri="{FF2B5EF4-FFF2-40B4-BE49-F238E27FC236}">
                <a16:creationId xmlns:a16="http://schemas.microsoft.com/office/drawing/2014/main" id="{7C49A447-4000-4607-AA24-01F08934BB27}"/>
              </a:ext>
            </a:extLst>
          </p:cNvPr>
          <p:cNvSpPr>
            <a:spLocks xmlns:a="http://schemas.openxmlformats.org/drawingml/2006/main" noGrp="1"/>
          </p:cNvSpPr>
          <p:nvPr/>
        </p:nvSpPr>
        <p:spPr>
          <a:xfrm xmlns:a="http://schemas.openxmlformats.org/drawingml/2006/main">
            <a:off x="4514850" y="1714500"/>
            <a:ext cx="3095625" cy="1123950"/>
          </a:xfrm>
          <a:prstGeom xmlns:a="http://schemas.openxmlformats.org/drawingml/2006/main" prst="rect">
            <a:avLst/>
          </a:prstGeom>
          <a:solidFill xmlns:a="http://schemas.openxmlformats.org/drawingml/2006/main">
            <a:srgbClr val="FFFFFF"/>
          </a:solidFill>
          <a:ln xmlns:a="http://schemas.openxmlformats.org/drawingml/2006/main" w="13335">
            <a:solidFill>
              <a:srgbClr val="B8C9C9"/>
            </a:solidFill>
          </a:ln>
        </p:spPr>
      </p:sp>
      <p:sp>
        <p:nvSpPr>
          <p:cNvPr id="7" name="text-39">
            <a:extLst xmlns:a="http://schemas.openxmlformats.org/drawingml/2006/main">
              <a:ext uri="{FF2B5EF4-FFF2-40B4-BE49-F238E27FC236}">
                <a16:creationId xmlns:a16="http://schemas.microsoft.com/office/drawing/2014/main" id="{9FECF267-A467-4F0D-BE2E-6AF35E7A62C1}"/>
              </a:ext>
            </a:extLst>
          </p:cNvPr>
          <p:cNvSpPr>
            <a:spLocks xmlns:a="http://schemas.openxmlformats.org/drawingml/2006/main" noGrp="1"/>
          </p:cNvSpPr>
          <p:nvPr/>
        </p:nvSpPr>
        <p:spPr>
          <a:xfrm xmlns:a="http://schemas.openxmlformats.org/drawingml/2006/main">
            <a:off x="4705350" y="18669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3043"/>
                </a:solidFill>
                <a:latin typeface="Arial"/>
                <a:ea typeface="Arial"/>
                <a:cs typeface="Arial"/>
              </a:defRPr>
            </a:defPPr>
            <a:lvl1pPr algn="l">
              <a:defRPr sz="1875" b="1">
                <a:solidFill>
                  <a:srgbClr val="0B3043"/>
                </a:solidFill>
                <a:latin typeface="Arial"/>
                <a:ea typeface="Arial"/>
                <a:cs typeface="Arial"/>
              </a:defRPr>
            </a:lvl1pPr>
            <a:lvl2pPr algn="l">
              <a:defRPr sz="1875" b="1">
                <a:solidFill>
                  <a:srgbClr val="0B3043"/>
                </a:solidFill>
                <a:latin typeface="Arial"/>
                <a:ea typeface="Arial"/>
                <a:cs typeface="Arial"/>
              </a:defRPr>
            </a:lvl2pPr>
            <a:lvl3pPr algn="l">
              <a:defRPr sz="1875" b="1">
                <a:solidFill>
                  <a:srgbClr val="0B3043"/>
                </a:solidFill>
                <a:latin typeface="Arial"/>
                <a:ea typeface="Arial"/>
                <a:cs typeface="Arial"/>
              </a:defRPr>
            </a:lvl3pPr>
            <a:lvl4pPr algn="l">
              <a:defRPr sz="1875" b="1">
                <a:solidFill>
                  <a:srgbClr val="0B3043"/>
                </a:solidFill>
                <a:latin typeface="Arial"/>
                <a:ea typeface="Arial"/>
                <a:cs typeface="Arial"/>
              </a:defRPr>
            </a:lvl4pPr>
            <a:lvl5pPr algn="l">
              <a:defRPr sz="1875" b="1">
                <a:solidFill>
                  <a:srgbClr val="0B3043"/>
                </a:solidFill>
                <a:latin typeface="Arial"/>
                <a:ea typeface="Arial"/>
                <a:cs typeface="Arial"/>
              </a:defRPr>
            </a:lvl5pPr>
            <a:lvl6pPr algn="l">
              <a:defRPr sz="1875" b="1">
                <a:solidFill>
                  <a:srgbClr val="0B3043"/>
                </a:solidFill>
                <a:latin typeface="Arial"/>
                <a:ea typeface="Arial"/>
                <a:cs typeface="Arial"/>
              </a:defRPr>
            </a:lvl6pPr>
            <a:lvl7pPr algn="l">
              <a:defRPr sz="1875" b="1">
                <a:solidFill>
                  <a:srgbClr val="0B3043"/>
                </a:solidFill>
                <a:latin typeface="Arial"/>
                <a:ea typeface="Arial"/>
                <a:cs typeface="Arial"/>
              </a:defRPr>
            </a:lvl7pPr>
            <a:lvl8pPr algn="l">
              <a:defRPr sz="1875" b="1">
                <a:solidFill>
                  <a:srgbClr val="0B3043"/>
                </a:solidFill>
                <a:latin typeface="Arial"/>
                <a:ea typeface="Arial"/>
                <a:cs typeface="Arial"/>
              </a:defRPr>
            </a:lvl8pPr>
            <a:lvl9pPr algn="l">
              <a:defRPr sz="1875" b="1">
                <a:solidFill>
                  <a:srgbClr val="0B3043"/>
                </a:solidFill>
                <a:latin typeface="Arial"/>
                <a:ea typeface="Arial"/>
                <a:cs typeface="Arial"/>
              </a:defRPr>
            </a:lvl9pPr>
          </a:lstStyle>
          <a:p xmlns:a="http://schemas.openxmlformats.org/drawingml/2006/main">
            <a:pPr algn="l">
              <a:defRPr sz="1875" b="1">
                <a:solidFill>
                  <a:srgbClr val="0B3043"/>
                </a:solidFill>
                <a:latin typeface="Arial"/>
                <a:ea typeface="Arial"/>
                <a:cs typeface="Arial"/>
              </a:defRPr>
            </a:pPr>
            <a:r>
              <a:rPr sz="1875" b="1">
                <a:solidFill>
                  <a:srgbClr val="0B3043"/>
                </a:solidFill>
                <a:latin typeface="Arial"/>
                <a:ea typeface="Arial"/>
                <a:cs typeface="Arial"/>
              </a:rPr>
              <a:t>Aplicación Python</a:t>
            </a:r>
          </a:p>
        </p:txBody>
      </p:sp>
      <p:sp>
        <p:nvSpPr>
          <p:cNvPr id="8" name="text-40">
            <a:extLst xmlns:a="http://schemas.openxmlformats.org/drawingml/2006/main">
              <a:ext uri="{FF2B5EF4-FFF2-40B4-BE49-F238E27FC236}">
                <a16:creationId xmlns:a16="http://schemas.microsoft.com/office/drawing/2014/main" id="{B6069AAC-C86A-44C2-A108-8CB347C07E6A}"/>
              </a:ext>
            </a:extLst>
          </p:cNvPr>
          <p:cNvSpPr>
            <a:spLocks xmlns:a="http://schemas.openxmlformats.org/drawingml/2006/main" noGrp="1"/>
          </p:cNvSpPr>
          <p:nvPr/>
        </p:nvSpPr>
        <p:spPr>
          <a:xfrm xmlns:a="http://schemas.openxmlformats.org/drawingml/2006/main">
            <a:off x="4705350" y="225742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7078"/>
                </a:solidFill>
                <a:latin typeface="Arial"/>
                <a:ea typeface="Arial"/>
                <a:cs typeface="Arial"/>
              </a:defRPr>
            </a:defPPr>
            <a:lvl1pPr algn="l">
              <a:defRPr sz="1575" b="0">
                <a:solidFill>
                  <a:srgbClr val="557078"/>
                </a:solidFill>
                <a:latin typeface="Arial"/>
                <a:ea typeface="Arial"/>
                <a:cs typeface="Arial"/>
              </a:defRPr>
            </a:lvl1pPr>
            <a:lvl2pPr algn="l">
              <a:defRPr sz="1575" b="0">
                <a:solidFill>
                  <a:srgbClr val="557078"/>
                </a:solidFill>
                <a:latin typeface="Arial"/>
                <a:ea typeface="Arial"/>
                <a:cs typeface="Arial"/>
              </a:defRPr>
            </a:lvl2pPr>
            <a:lvl3pPr algn="l">
              <a:defRPr sz="1575" b="0">
                <a:solidFill>
                  <a:srgbClr val="557078"/>
                </a:solidFill>
                <a:latin typeface="Arial"/>
                <a:ea typeface="Arial"/>
                <a:cs typeface="Arial"/>
              </a:defRPr>
            </a:lvl3pPr>
            <a:lvl4pPr algn="l">
              <a:defRPr sz="1575" b="0">
                <a:solidFill>
                  <a:srgbClr val="557078"/>
                </a:solidFill>
                <a:latin typeface="Arial"/>
                <a:ea typeface="Arial"/>
                <a:cs typeface="Arial"/>
              </a:defRPr>
            </a:lvl4pPr>
            <a:lvl5pPr algn="l">
              <a:defRPr sz="1575" b="0">
                <a:solidFill>
                  <a:srgbClr val="557078"/>
                </a:solidFill>
                <a:latin typeface="Arial"/>
                <a:ea typeface="Arial"/>
                <a:cs typeface="Arial"/>
              </a:defRPr>
            </a:lvl5pPr>
            <a:lvl6pPr algn="l">
              <a:defRPr sz="1575" b="0">
                <a:solidFill>
                  <a:srgbClr val="557078"/>
                </a:solidFill>
                <a:latin typeface="Arial"/>
                <a:ea typeface="Arial"/>
                <a:cs typeface="Arial"/>
              </a:defRPr>
            </a:lvl6pPr>
            <a:lvl7pPr algn="l">
              <a:defRPr sz="1575" b="0">
                <a:solidFill>
                  <a:srgbClr val="557078"/>
                </a:solidFill>
                <a:latin typeface="Arial"/>
                <a:ea typeface="Arial"/>
                <a:cs typeface="Arial"/>
              </a:defRPr>
            </a:lvl7pPr>
            <a:lvl8pPr algn="l">
              <a:defRPr sz="1575" b="0">
                <a:solidFill>
                  <a:srgbClr val="557078"/>
                </a:solidFill>
                <a:latin typeface="Arial"/>
                <a:ea typeface="Arial"/>
                <a:cs typeface="Arial"/>
              </a:defRPr>
            </a:lvl8pPr>
            <a:lvl9pPr algn="l">
              <a:defRPr sz="1575" b="0">
                <a:solidFill>
                  <a:srgbClr val="557078"/>
                </a:solidFill>
                <a:latin typeface="Arial"/>
                <a:ea typeface="Arial"/>
                <a:cs typeface="Arial"/>
              </a:defRPr>
            </a:lvl9pPr>
          </a:lstStyle>
          <a:p xmlns:a="http://schemas.openxmlformats.org/drawingml/2006/main">
            <a:pPr algn="l">
              <a:defRPr sz="1575" b="0">
                <a:solidFill>
                  <a:srgbClr val="557078"/>
                </a:solidFill>
                <a:latin typeface="Arial"/>
                <a:ea typeface="Arial"/>
                <a:cs typeface="Arial"/>
              </a:defRPr>
            </a:pPr>
            <a:r>
              <a:rPr sz="1575" b="0">
                <a:solidFill>
                  <a:srgbClr val="557078"/>
                </a:solidFill>
                <a:latin typeface="Arial"/>
                <a:ea typeface="Arial"/>
                <a:cs typeface="Arial"/>
              </a:rPr>
              <a:t>FastAPI y Jinja2</a:t>
            </a:r>
          </a:p>
        </p:txBody>
      </p:sp>
      <p:sp>
        <p:nvSpPr>
          <p:cNvPr id="9" name="architecture-Redis opcional">
            <a:extLst xmlns:a="http://schemas.openxmlformats.org/drawingml/2006/main">
              <a:ext uri="{FF2B5EF4-FFF2-40B4-BE49-F238E27FC236}">
                <a16:creationId xmlns:a16="http://schemas.microsoft.com/office/drawing/2014/main" id="{49AE76D0-0BC0-4647-9793-D676F8DBDBEA}"/>
              </a:ext>
            </a:extLst>
          </p:cNvPr>
          <p:cNvSpPr>
            <a:spLocks xmlns:a="http://schemas.openxmlformats.org/drawingml/2006/main" noGrp="1"/>
          </p:cNvSpPr>
          <p:nvPr/>
        </p:nvSpPr>
        <p:spPr>
          <a:xfrm xmlns:a="http://schemas.openxmlformats.org/drawingml/2006/main">
            <a:off x="8772525" y="1714500"/>
            <a:ext cx="2809875" cy="1123950"/>
          </a:xfrm>
          <a:prstGeom xmlns:a="http://schemas.openxmlformats.org/drawingml/2006/main" prst="rect">
            <a:avLst/>
          </a:prstGeom>
          <a:solidFill xmlns:a="http://schemas.openxmlformats.org/drawingml/2006/main">
            <a:srgbClr val="FFFFFF"/>
          </a:solidFill>
          <a:ln xmlns:a="http://schemas.openxmlformats.org/drawingml/2006/main" w="13335">
            <a:solidFill>
              <a:srgbClr val="B8C9C9"/>
            </a:solidFill>
          </a:ln>
        </p:spPr>
      </p:sp>
      <p:sp>
        <p:nvSpPr>
          <p:cNvPr id="10" name="text-41">
            <a:extLst xmlns:a="http://schemas.openxmlformats.org/drawingml/2006/main">
              <a:ext uri="{FF2B5EF4-FFF2-40B4-BE49-F238E27FC236}">
                <a16:creationId xmlns:a16="http://schemas.microsoft.com/office/drawing/2014/main" id="{728CD4E5-7A1C-4FDE-BEAD-5F3AA96A6CB6}"/>
              </a:ext>
            </a:extLst>
          </p:cNvPr>
          <p:cNvSpPr>
            <a:spLocks xmlns:a="http://schemas.openxmlformats.org/drawingml/2006/main" noGrp="1"/>
          </p:cNvSpPr>
          <p:nvPr/>
        </p:nvSpPr>
        <p:spPr>
          <a:xfrm xmlns:a="http://schemas.openxmlformats.org/drawingml/2006/main">
            <a:off x="8963025" y="18669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3043"/>
                </a:solidFill>
                <a:latin typeface="Arial"/>
                <a:ea typeface="Arial"/>
                <a:cs typeface="Arial"/>
              </a:defRPr>
            </a:defPPr>
            <a:lvl1pPr algn="l">
              <a:defRPr sz="1875" b="1">
                <a:solidFill>
                  <a:srgbClr val="0B3043"/>
                </a:solidFill>
                <a:latin typeface="Arial"/>
                <a:ea typeface="Arial"/>
                <a:cs typeface="Arial"/>
              </a:defRPr>
            </a:lvl1pPr>
            <a:lvl2pPr algn="l">
              <a:defRPr sz="1875" b="1">
                <a:solidFill>
                  <a:srgbClr val="0B3043"/>
                </a:solidFill>
                <a:latin typeface="Arial"/>
                <a:ea typeface="Arial"/>
                <a:cs typeface="Arial"/>
              </a:defRPr>
            </a:lvl2pPr>
            <a:lvl3pPr algn="l">
              <a:defRPr sz="1875" b="1">
                <a:solidFill>
                  <a:srgbClr val="0B3043"/>
                </a:solidFill>
                <a:latin typeface="Arial"/>
                <a:ea typeface="Arial"/>
                <a:cs typeface="Arial"/>
              </a:defRPr>
            </a:lvl3pPr>
            <a:lvl4pPr algn="l">
              <a:defRPr sz="1875" b="1">
                <a:solidFill>
                  <a:srgbClr val="0B3043"/>
                </a:solidFill>
                <a:latin typeface="Arial"/>
                <a:ea typeface="Arial"/>
                <a:cs typeface="Arial"/>
              </a:defRPr>
            </a:lvl4pPr>
            <a:lvl5pPr algn="l">
              <a:defRPr sz="1875" b="1">
                <a:solidFill>
                  <a:srgbClr val="0B3043"/>
                </a:solidFill>
                <a:latin typeface="Arial"/>
                <a:ea typeface="Arial"/>
                <a:cs typeface="Arial"/>
              </a:defRPr>
            </a:lvl5pPr>
            <a:lvl6pPr algn="l">
              <a:defRPr sz="1875" b="1">
                <a:solidFill>
                  <a:srgbClr val="0B3043"/>
                </a:solidFill>
                <a:latin typeface="Arial"/>
                <a:ea typeface="Arial"/>
                <a:cs typeface="Arial"/>
              </a:defRPr>
            </a:lvl6pPr>
            <a:lvl7pPr algn="l">
              <a:defRPr sz="1875" b="1">
                <a:solidFill>
                  <a:srgbClr val="0B3043"/>
                </a:solidFill>
                <a:latin typeface="Arial"/>
                <a:ea typeface="Arial"/>
                <a:cs typeface="Arial"/>
              </a:defRPr>
            </a:lvl7pPr>
            <a:lvl8pPr algn="l">
              <a:defRPr sz="1875" b="1">
                <a:solidFill>
                  <a:srgbClr val="0B3043"/>
                </a:solidFill>
                <a:latin typeface="Arial"/>
                <a:ea typeface="Arial"/>
                <a:cs typeface="Arial"/>
              </a:defRPr>
            </a:lvl8pPr>
            <a:lvl9pPr algn="l">
              <a:defRPr sz="1875" b="1">
                <a:solidFill>
                  <a:srgbClr val="0B3043"/>
                </a:solidFill>
                <a:latin typeface="Arial"/>
                <a:ea typeface="Arial"/>
                <a:cs typeface="Arial"/>
              </a:defRPr>
            </a:lvl9pPr>
          </a:lstStyle>
          <a:p xmlns:a="http://schemas.openxmlformats.org/drawingml/2006/main">
            <a:pPr algn="l">
              <a:defRPr sz="1875" b="1">
                <a:solidFill>
                  <a:srgbClr val="0B3043"/>
                </a:solidFill>
                <a:latin typeface="Arial"/>
                <a:ea typeface="Arial"/>
                <a:cs typeface="Arial"/>
              </a:defRPr>
            </a:pPr>
            <a:r>
              <a:rPr sz="1875" b="1">
                <a:solidFill>
                  <a:srgbClr val="0B3043"/>
                </a:solidFill>
                <a:latin typeface="Arial"/>
                <a:ea typeface="Arial"/>
                <a:cs typeface="Arial"/>
              </a:rPr>
              <a:t>Redis opcional</a:t>
            </a:r>
          </a:p>
        </p:txBody>
      </p:sp>
      <p:sp>
        <p:nvSpPr>
          <p:cNvPr id="11" name="text-42">
            <a:extLst xmlns:a="http://schemas.openxmlformats.org/drawingml/2006/main">
              <a:ext uri="{FF2B5EF4-FFF2-40B4-BE49-F238E27FC236}">
                <a16:creationId xmlns:a16="http://schemas.microsoft.com/office/drawing/2014/main" id="{FE93D5DC-A366-4814-967D-BF0BCC91AEC9}"/>
              </a:ext>
            </a:extLst>
          </p:cNvPr>
          <p:cNvSpPr>
            <a:spLocks xmlns:a="http://schemas.openxmlformats.org/drawingml/2006/main" noGrp="1"/>
          </p:cNvSpPr>
          <p:nvPr/>
        </p:nvSpPr>
        <p:spPr>
          <a:xfrm xmlns:a="http://schemas.openxmlformats.org/drawingml/2006/main">
            <a:off x="8963025" y="225742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7078"/>
                </a:solidFill>
                <a:latin typeface="Arial"/>
                <a:ea typeface="Arial"/>
                <a:cs typeface="Arial"/>
              </a:defRPr>
            </a:defPPr>
            <a:lvl1pPr algn="l">
              <a:defRPr sz="1575" b="0">
                <a:solidFill>
                  <a:srgbClr val="557078"/>
                </a:solidFill>
                <a:latin typeface="Arial"/>
                <a:ea typeface="Arial"/>
                <a:cs typeface="Arial"/>
              </a:defRPr>
            </a:lvl1pPr>
            <a:lvl2pPr algn="l">
              <a:defRPr sz="1575" b="0">
                <a:solidFill>
                  <a:srgbClr val="557078"/>
                </a:solidFill>
                <a:latin typeface="Arial"/>
                <a:ea typeface="Arial"/>
                <a:cs typeface="Arial"/>
              </a:defRPr>
            </a:lvl2pPr>
            <a:lvl3pPr algn="l">
              <a:defRPr sz="1575" b="0">
                <a:solidFill>
                  <a:srgbClr val="557078"/>
                </a:solidFill>
                <a:latin typeface="Arial"/>
                <a:ea typeface="Arial"/>
                <a:cs typeface="Arial"/>
              </a:defRPr>
            </a:lvl3pPr>
            <a:lvl4pPr algn="l">
              <a:defRPr sz="1575" b="0">
                <a:solidFill>
                  <a:srgbClr val="557078"/>
                </a:solidFill>
                <a:latin typeface="Arial"/>
                <a:ea typeface="Arial"/>
                <a:cs typeface="Arial"/>
              </a:defRPr>
            </a:lvl4pPr>
            <a:lvl5pPr algn="l">
              <a:defRPr sz="1575" b="0">
                <a:solidFill>
                  <a:srgbClr val="557078"/>
                </a:solidFill>
                <a:latin typeface="Arial"/>
                <a:ea typeface="Arial"/>
                <a:cs typeface="Arial"/>
              </a:defRPr>
            </a:lvl5pPr>
            <a:lvl6pPr algn="l">
              <a:defRPr sz="1575" b="0">
                <a:solidFill>
                  <a:srgbClr val="557078"/>
                </a:solidFill>
                <a:latin typeface="Arial"/>
                <a:ea typeface="Arial"/>
                <a:cs typeface="Arial"/>
              </a:defRPr>
            </a:lvl6pPr>
            <a:lvl7pPr algn="l">
              <a:defRPr sz="1575" b="0">
                <a:solidFill>
                  <a:srgbClr val="557078"/>
                </a:solidFill>
                <a:latin typeface="Arial"/>
                <a:ea typeface="Arial"/>
                <a:cs typeface="Arial"/>
              </a:defRPr>
            </a:lvl7pPr>
            <a:lvl8pPr algn="l">
              <a:defRPr sz="1575" b="0">
                <a:solidFill>
                  <a:srgbClr val="557078"/>
                </a:solidFill>
                <a:latin typeface="Arial"/>
                <a:ea typeface="Arial"/>
                <a:cs typeface="Arial"/>
              </a:defRPr>
            </a:lvl8pPr>
            <a:lvl9pPr algn="l">
              <a:defRPr sz="1575" b="0">
                <a:solidFill>
                  <a:srgbClr val="557078"/>
                </a:solidFill>
                <a:latin typeface="Arial"/>
                <a:ea typeface="Arial"/>
                <a:cs typeface="Arial"/>
              </a:defRPr>
            </a:lvl9pPr>
          </a:lstStyle>
          <a:p xmlns:a="http://schemas.openxmlformats.org/drawingml/2006/main">
            <a:pPr algn="l">
              <a:defRPr sz="1575" b="0">
                <a:solidFill>
                  <a:srgbClr val="557078"/>
                </a:solidFill>
                <a:latin typeface="Arial"/>
                <a:ea typeface="Arial"/>
                <a:cs typeface="Arial"/>
              </a:defRPr>
            </a:pPr>
            <a:r>
              <a:rPr sz="1575" b="0">
                <a:solidFill>
                  <a:srgbClr val="557078"/>
                </a:solidFill>
                <a:latin typeface="Arial"/>
                <a:ea typeface="Arial"/>
                <a:cs typeface="Arial"/>
              </a:rPr>
              <a:t>Caché del radar</a:t>
            </a:r>
          </a:p>
        </p:txBody>
      </p:sp>
      <p:sp>
        <p:nvSpPr>
          <p:cNvPr id="12" name="architecture-Worker">
            <a:extLst xmlns:a="http://schemas.openxmlformats.org/drawingml/2006/main">
              <a:ext uri="{FF2B5EF4-FFF2-40B4-BE49-F238E27FC236}">
                <a16:creationId xmlns:a16="http://schemas.microsoft.com/office/drawing/2014/main" id="{5E70AEA0-D3FE-442A-9048-6DC5C36CEEA5}"/>
              </a:ext>
            </a:extLst>
          </p:cNvPr>
          <p:cNvSpPr>
            <a:spLocks xmlns:a="http://schemas.openxmlformats.org/drawingml/2006/main" noGrp="1"/>
          </p:cNvSpPr>
          <p:nvPr/>
        </p:nvSpPr>
        <p:spPr>
          <a:xfrm xmlns:a="http://schemas.openxmlformats.org/drawingml/2006/main">
            <a:off x="609600" y="4267200"/>
            <a:ext cx="2714625" cy="1285875"/>
          </a:xfrm>
          <a:prstGeom xmlns:a="http://schemas.openxmlformats.org/drawingml/2006/main" prst="rect">
            <a:avLst/>
          </a:prstGeom>
          <a:solidFill xmlns:a="http://schemas.openxmlformats.org/drawingml/2006/main">
            <a:srgbClr val="FFFFFF"/>
          </a:solidFill>
          <a:ln xmlns:a="http://schemas.openxmlformats.org/drawingml/2006/main" w="13335">
            <a:solidFill>
              <a:srgbClr val="B8C9C9"/>
            </a:solidFill>
          </a:ln>
        </p:spPr>
      </p:sp>
      <p:sp>
        <p:nvSpPr>
          <p:cNvPr id="13" name="text-43">
            <a:extLst xmlns:a="http://schemas.openxmlformats.org/drawingml/2006/main">
              <a:ext uri="{FF2B5EF4-FFF2-40B4-BE49-F238E27FC236}">
                <a16:creationId xmlns:a16="http://schemas.microsoft.com/office/drawing/2014/main" id="{E56F9C33-8FD2-443B-9CB2-F599C064029C}"/>
              </a:ext>
            </a:extLst>
          </p:cNvPr>
          <p:cNvSpPr>
            <a:spLocks xmlns:a="http://schemas.openxmlformats.org/drawingml/2006/main" noGrp="1"/>
          </p:cNvSpPr>
          <p:nvPr/>
        </p:nvSpPr>
        <p:spPr>
          <a:xfrm xmlns:a="http://schemas.openxmlformats.org/drawingml/2006/main">
            <a:off x="800100" y="4419600"/>
            <a:ext cx="233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3043"/>
                </a:solidFill>
                <a:latin typeface="Arial"/>
                <a:ea typeface="Arial"/>
                <a:cs typeface="Arial"/>
              </a:defRPr>
            </a:defPPr>
            <a:lvl1pPr algn="l">
              <a:defRPr sz="1875" b="1">
                <a:solidFill>
                  <a:srgbClr val="0B3043"/>
                </a:solidFill>
                <a:latin typeface="Arial"/>
                <a:ea typeface="Arial"/>
                <a:cs typeface="Arial"/>
              </a:defRPr>
            </a:lvl1pPr>
            <a:lvl2pPr algn="l">
              <a:defRPr sz="1875" b="1">
                <a:solidFill>
                  <a:srgbClr val="0B3043"/>
                </a:solidFill>
                <a:latin typeface="Arial"/>
                <a:ea typeface="Arial"/>
                <a:cs typeface="Arial"/>
              </a:defRPr>
            </a:lvl2pPr>
            <a:lvl3pPr algn="l">
              <a:defRPr sz="1875" b="1">
                <a:solidFill>
                  <a:srgbClr val="0B3043"/>
                </a:solidFill>
                <a:latin typeface="Arial"/>
                <a:ea typeface="Arial"/>
                <a:cs typeface="Arial"/>
              </a:defRPr>
            </a:lvl3pPr>
            <a:lvl4pPr algn="l">
              <a:defRPr sz="1875" b="1">
                <a:solidFill>
                  <a:srgbClr val="0B3043"/>
                </a:solidFill>
                <a:latin typeface="Arial"/>
                <a:ea typeface="Arial"/>
                <a:cs typeface="Arial"/>
              </a:defRPr>
            </a:lvl4pPr>
            <a:lvl5pPr algn="l">
              <a:defRPr sz="1875" b="1">
                <a:solidFill>
                  <a:srgbClr val="0B3043"/>
                </a:solidFill>
                <a:latin typeface="Arial"/>
                <a:ea typeface="Arial"/>
                <a:cs typeface="Arial"/>
              </a:defRPr>
            </a:lvl5pPr>
            <a:lvl6pPr algn="l">
              <a:defRPr sz="1875" b="1">
                <a:solidFill>
                  <a:srgbClr val="0B3043"/>
                </a:solidFill>
                <a:latin typeface="Arial"/>
                <a:ea typeface="Arial"/>
                <a:cs typeface="Arial"/>
              </a:defRPr>
            </a:lvl6pPr>
            <a:lvl7pPr algn="l">
              <a:defRPr sz="1875" b="1">
                <a:solidFill>
                  <a:srgbClr val="0B3043"/>
                </a:solidFill>
                <a:latin typeface="Arial"/>
                <a:ea typeface="Arial"/>
                <a:cs typeface="Arial"/>
              </a:defRPr>
            </a:lvl7pPr>
            <a:lvl8pPr algn="l">
              <a:defRPr sz="1875" b="1">
                <a:solidFill>
                  <a:srgbClr val="0B3043"/>
                </a:solidFill>
                <a:latin typeface="Arial"/>
                <a:ea typeface="Arial"/>
                <a:cs typeface="Arial"/>
              </a:defRPr>
            </a:lvl8pPr>
            <a:lvl9pPr algn="l">
              <a:defRPr sz="1875" b="1">
                <a:solidFill>
                  <a:srgbClr val="0B3043"/>
                </a:solidFill>
                <a:latin typeface="Arial"/>
                <a:ea typeface="Arial"/>
                <a:cs typeface="Arial"/>
              </a:defRPr>
            </a:lvl9pPr>
          </a:lstStyle>
          <a:p xmlns:a="http://schemas.openxmlformats.org/drawingml/2006/main">
            <a:pPr algn="l">
              <a:defRPr sz="1875" b="1">
                <a:solidFill>
                  <a:srgbClr val="0B3043"/>
                </a:solidFill>
                <a:latin typeface="Arial"/>
                <a:ea typeface="Arial"/>
                <a:cs typeface="Arial"/>
              </a:defRPr>
            </a:pPr>
            <a:r>
              <a:rPr sz="1875" b="1">
                <a:solidFill>
                  <a:srgbClr val="0B3043"/>
                </a:solidFill>
                <a:latin typeface="Arial"/>
                <a:ea typeface="Arial"/>
                <a:cs typeface="Arial"/>
              </a:rPr>
              <a:t>Worker</a:t>
            </a:r>
          </a:p>
        </p:txBody>
      </p:sp>
      <p:sp>
        <p:nvSpPr>
          <p:cNvPr id="14" name="text-44">
            <a:extLst xmlns:a="http://schemas.openxmlformats.org/drawingml/2006/main">
              <a:ext uri="{FF2B5EF4-FFF2-40B4-BE49-F238E27FC236}">
                <a16:creationId xmlns:a16="http://schemas.microsoft.com/office/drawing/2014/main" id="{17B68DE9-7E96-40EE-ABB2-93D3E1E6CA92}"/>
              </a:ext>
            </a:extLst>
          </p:cNvPr>
          <p:cNvSpPr>
            <a:spLocks xmlns:a="http://schemas.openxmlformats.org/drawingml/2006/main" noGrp="1"/>
          </p:cNvSpPr>
          <p:nvPr/>
        </p:nvSpPr>
        <p:spPr>
          <a:xfrm xmlns:a="http://schemas.openxmlformats.org/drawingml/2006/main">
            <a:off x="800100" y="4810125"/>
            <a:ext cx="2333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7078"/>
                </a:solidFill>
                <a:latin typeface="Arial"/>
                <a:ea typeface="Arial"/>
                <a:cs typeface="Arial"/>
              </a:defRPr>
            </a:defPPr>
            <a:lvl1pPr algn="l">
              <a:defRPr sz="1575" b="0">
                <a:solidFill>
                  <a:srgbClr val="557078"/>
                </a:solidFill>
                <a:latin typeface="Arial"/>
                <a:ea typeface="Arial"/>
                <a:cs typeface="Arial"/>
              </a:defRPr>
            </a:lvl1pPr>
            <a:lvl2pPr algn="l">
              <a:defRPr sz="1575" b="0">
                <a:solidFill>
                  <a:srgbClr val="557078"/>
                </a:solidFill>
                <a:latin typeface="Arial"/>
                <a:ea typeface="Arial"/>
                <a:cs typeface="Arial"/>
              </a:defRPr>
            </a:lvl2pPr>
            <a:lvl3pPr algn="l">
              <a:defRPr sz="1575" b="0">
                <a:solidFill>
                  <a:srgbClr val="557078"/>
                </a:solidFill>
                <a:latin typeface="Arial"/>
                <a:ea typeface="Arial"/>
                <a:cs typeface="Arial"/>
              </a:defRPr>
            </a:lvl3pPr>
            <a:lvl4pPr algn="l">
              <a:defRPr sz="1575" b="0">
                <a:solidFill>
                  <a:srgbClr val="557078"/>
                </a:solidFill>
                <a:latin typeface="Arial"/>
                <a:ea typeface="Arial"/>
                <a:cs typeface="Arial"/>
              </a:defRPr>
            </a:lvl4pPr>
            <a:lvl5pPr algn="l">
              <a:defRPr sz="1575" b="0">
                <a:solidFill>
                  <a:srgbClr val="557078"/>
                </a:solidFill>
                <a:latin typeface="Arial"/>
                <a:ea typeface="Arial"/>
                <a:cs typeface="Arial"/>
              </a:defRPr>
            </a:lvl5pPr>
            <a:lvl6pPr algn="l">
              <a:defRPr sz="1575" b="0">
                <a:solidFill>
                  <a:srgbClr val="557078"/>
                </a:solidFill>
                <a:latin typeface="Arial"/>
                <a:ea typeface="Arial"/>
                <a:cs typeface="Arial"/>
              </a:defRPr>
            </a:lvl6pPr>
            <a:lvl7pPr algn="l">
              <a:defRPr sz="1575" b="0">
                <a:solidFill>
                  <a:srgbClr val="557078"/>
                </a:solidFill>
                <a:latin typeface="Arial"/>
                <a:ea typeface="Arial"/>
                <a:cs typeface="Arial"/>
              </a:defRPr>
            </a:lvl7pPr>
            <a:lvl8pPr algn="l">
              <a:defRPr sz="1575" b="0">
                <a:solidFill>
                  <a:srgbClr val="557078"/>
                </a:solidFill>
                <a:latin typeface="Arial"/>
                <a:ea typeface="Arial"/>
                <a:cs typeface="Arial"/>
              </a:defRPr>
            </a:lvl8pPr>
            <a:lvl9pPr algn="l">
              <a:defRPr sz="1575" b="0">
                <a:solidFill>
                  <a:srgbClr val="557078"/>
                </a:solidFill>
                <a:latin typeface="Arial"/>
                <a:ea typeface="Arial"/>
                <a:cs typeface="Arial"/>
              </a:defRPr>
            </a:lvl9pPr>
          </a:lstStyle>
          <a:p xmlns:a="http://schemas.openxmlformats.org/drawingml/2006/main">
            <a:pPr algn="l">
              <a:defRPr sz="1575" b="0">
                <a:solidFill>
                  <a:srgbClr val="557078"/>
                </a:solidFill>
                <a:latin typeface="Arial"/>
                <a:ea typeface="Arial"/>
                <a:cs typeface="Arial"/>
              </a:defRPr>
            </a:pPr>
            <a:r>
              <a:rPr sz="1575" b="0">
                <a:solidFill>
                  <a:srgbClr val="557078"/>
                </a:solidFill>
                <a:latin typeface="Arial"/>
                <a:ea typeface="Arial"/>
                <a:cs typeface="Arial"/>
              </a:rPr>
              <a:t>Ingesta y extracción</a:t>
            </a:r>
          </a:p>
        </p:txBody>
      </p:sp>
      <p:sp>
        <p:nvSpPr>
          <p:cNvPr id="15" name="architecture-MongoDB">
            <a:extLst xmlns:a="http://schemas.openxmlformats.org/drawingml/2006/main">
              <a:ext uri="{FF2B5EF4-FFF2-40B4-BE49-F238E27FC236}">
                <a16:creationId xmlns:a16="http://schemas.microsoft.com/office/drawing/2014/main" id="{971B936A-7E95-4880-9A37-F2772817A525}"/>
              </a:ext>
            </a:extLst>
          </p:cNvPr>
          <p:cNvSpPr>
            <a:spLocks xmlns:a="http://schemas.openxmlformats.org/drawingml/2006/main" noGrp="1"/>
          </p:cNvSpPr>
          <p:nvPr/>
        </p:nvSpPr>
        <p:spPr>
          <a:xfrm xmlns:a="http://schemas.openxmlformats.org/drawingml/2006/main">
            <a:off x="4514850" y="4267200"/>
            <a:ext cx="3095625" cy="1285875"/>
          </a:xfrm>
          <a:prstGeom xmlns:a="http://schemas.openxmlformats.org/drawingml/2006/main" prst="rect">
            <a:avLst/>
          </a:prstGeom>
          <a:solidFill xmlns:a="http://schemas.openxmlformats.org/drawingml/2006/main">
            <a:srgbClr val="DBEAE3"/>
          </a:solidFill>
          <a:ln xmlns:a="http://schemas.openxmlformats.org/drawingml/2006/main" w="13335">
            <a:solidFill>
              <a:srgbClr val="008F7B"/>
            </a:solidFill>
          </a:ln>
        </p:spPr>
      </p:sp>
      <p:sp>
        <p:nvSpPr>
          <p:cNvPr id="16" name="text-45">
            <a:extLst xmlns:a="http://schemas.openxmlformats.org/drawingml/2006/main">
              <a:ext uri="{FF2B5EF4-FFF2-40B4-BE49-F238E27FC236}">
                <a16:creationId xmlns:a16="http://schemas.microsoft.com/office/drawing/2014/main" id="{F17AC9DC-E1CB-4A30-978F-637A669A0875}"/>
              </a:ext>
            </a:extLst>
          </p:cNvPr>
          <p:cNvSpPr>
            <a:spLocks xmlns:a="http://schemas.openxmlformats.org/drawingml/2006/main" noGrp="1"/>
          </p:cNvSpPr>
          <p:nvPr/>
        </p:nvSpPr>
        <p:spPr>
          <a:xfrm xmlns:a="http://schemas.openxmlformats.org/drawingml/2006/main">
            <a:off x="4705350" y="44196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3043"/>
                </a:solidFill>
                <a:latin typeface="Arial"/>
                <a:ea typeface="Arial"/>
                <a:cs typeface="Arial"/>
              </a:defRPr>
            </a:defPPr>
            <a:lvl1pPr algn="l">
              <a:defRPr sz="1875" b="1">
                <a:solidFill>
                  <a:srgbClr val="0B3043"/>
                </a:solidFill>
                <a:latin typeface="Arial"/>
                <a:ea typeface="Arial"/>
                <a:cs typeface="Arial"/>
              </a:defRPr>
            </a:lvl1pPr>
            <a:lvl2pPr algn="l">
              <a:defRPr sz="1875" b="1">
                <a:solidFill>
                  <a:srgbClr val="0B3043"/>
                </a:solidFill>
                <a:latin typeface="Arial"/>
                <a:ea typeface="Arial"/>
                <a:cs typeface="Arial"/>
              </a:defRPr>
            </a:lvl2pPr>
            <a:lvl3pPr algn="l">
              <a:defRPr sz="1875" b="1">
                <a:solidFill>
                  <a:srgbClr val="0B3043"/>
                </a:solidFill>
                <a:latin typeface="Arial"/>
                <a:ea typeface="Arial"/>
                <a:cs typeface="Arial"/>
              </a:defRPr>
            </a:lvl3pPr>
            <a:lvl4pPr algn="l">
              <a:defRPr sz="1875" b="1">
                <a:solidFill>
                  <a:srgbClr val="0B3043"/>
                </a:solidFill>
                <a:latin typeface="Arial"/>
                <a:ea typeface="Arial"/>
                <a:cs typeface="Arial"/>
              </a:defRPr>
            </a:lvl4pPr>
            <a:lvl5pPr algn="l">
              <a:defRPr sz="1875" b="1">
                <a:solidFill>
                  <a:srgbClr val="0B3043"/>
                </a:solidFill>
                <a:latin typeface="Arial"/>
                <a:ea typeface="Arial"/>
                <a:cs typeface="Arial"/>
              </a:defRPr>
            </a:lvl5pPr>
            <a:lvl6pPr algn="l">
              <a:defRPr sz="1875" b="1">
                <a:solidFill>
                  <a:srgbClr val="0B3043"/>
                </a:solidFill>
                <a:latin typeface="Arial"/>
                <a:ea typeface="Arial"/>
                <a:cs typeface="Arial"/>
              </a:defRPr>
            </a:lvl6pPr>
            <a:lvl7pPr algn="l">
              <a:defRPr sz="1875" b="1">
                <a:solidFill>
                  <a:srgbClr val="0B3043"/>
                </a:solidFill>
                <a:latin typeface="Arial"/>
                <a:ea typeface="Arial"/>
                <a:cs typeface="Arial"/>
              </a:defRPr>
            </a:lvl7pPr>
            <a:lvl8pPr algn="l">
              <a:defRPr sz="1875" b="1">
                <a:solidFill>
                  <a:srgbClr val="0B3043"/>
                </a:solidFill>
                <a:latin typeface="Arial"/>
                <a:ea typeface="Arial"/>
                <a:cs typeface="Arial"/>
              </a:defRPr>
            </a:lvl8pPr>
            <a:lvl9pPr algn="l">
              <a:defRPr sz="1875" b="1">
                <a:solidFill>
                  <a:srgbClr val="0B3043"/>
                </a:solidFill>
                <a:latin typeface="Arial"/>
                <a:ea typeface="Arial"/>
                <a:cs typeface="Arial"/>
              </a:defRPr>
            </a:lvl9pPr>
          </a:lstStyle>
          <a:p xmlns:a="http://schemas.openxmlformats.org/drawingml/2006/main">
            <a:pPr algn="l">
              <a:defRPr sz="1875" b="1">
                <a:solidFill>
                  <a:srgbClr val="0B3043"/>
                </a:solidFill>
                <a:latin typeface="Arial"/>
                <a:ea typeface="Arial"/>
                <a:cs typeface="Arial"/>
              </a:defRPr>
            </a:pPr>
            <a:r>
              <a:rPr sz="1875" b="1">
                <a:solidFill>
                  <a:srgbClr val="0B3043"/>
                </a:solidFill>
                <a:latin typeface="Arial"/>
                <a:ea typeface="Arial"/>
                <a:cs typeface="Arial"/>
              </a:rPr>
              <a:t>MongoDB</a:t>
            </a:r>
          </a:p>
        </p:txBody>
      </p:sp>
      <p:sp>
        <p:nvSpPr>
          <p:cNvPr id="17" name="text-46">
            <a:extLst xmlns:a="http://schemas.openxmlformats.org/drawingml/2006/main">
              <a:ext uri="{FF2B5EF4-FFF2-40B4-BE49-F238E27FC236}">
                <a16:creationId xmlns:a16="http://schemas.microsoft.com/office/drawing/2014/main" id="{6B828E8F-7E90-4771-9672-56F2F348283D}"/>
              </a:ext>
            </a:extLst>
          </p:cNvPr>
          <p:cNvSpPr>
            <a:spLocks xmlns:a="http://schemas.openxmlformats.org/drawingml/2006/main" noGrp="1"/>
          </p:cNvSpPr>
          <p:nvPr/>
        </p:nvSpPr>
        <p:spPr>
          <a:xfrm xmlns:a="http://schemas.openxmlformats.org/drawingml/2006/main">
            <a:off x="4705350" y="4810125"/>
            <a:ext cx="2714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7078"/>
                </a:solidFill>
                <a:latin typeface="Arial"/>
                <a:ea typeface="Arial"/>
                <a:cs typeface="Arial"/>
              </a:defRPr>
            </a:defPPr>
            <a:lvl1pPr algn="l">
              <a:defRPr sz="1575" b="0">
                <a:solidFill>
                  <a:srgbClr val="557078"/>
                </a:solidFill>
                <a:latin typeface="Arial"/>
                <a:ea typeface="Arial"/>
                <a:cs typeface="Arial"/>
              </a:defRPr>
            </a:lvl1pPr>
            <a:lvl2pPr algn="l">
              <a:defRPr sz="1575" b="0">
                <a:solidFill>
                  <a:srgbClr val="557078"/>
                </a:solidFill>
                <a:latin typeface="Arial"/>
                <a:ea typeface="Arial"/>
                <a:cs typeface="Arial"/>
              </a:defRPr>
            </a:lvl2pPr>
            <a:lvl3pPr algn="l">
              <a:defRPr sz="1575" b="0">
                <a:solidFill>
                  <a:srgbClr val="557078"/>
                </a:solidFill>
                <a:latin typeface="Arial"/>
                <a:ea typeface="Arial"/>
                <a:cs typeface="Arial"/>
              </a:defRPr>
            </a:lvl3pPr>
            <a:lvl4pPr algn="l">
              <a:defRPr sz="1575" b="0">
                <a:solidFill>
                  <a:srgbClr val="557078"/>
                </a:solidFill>
                <a:latin typeface="Arial"/>
                <a:ea typeface="Arial"/>
                <a:cs typeface="Arial"/>
              </a:defRPr>
            </a:lvl4pPr>
            <a:lvl5pPr algn="l">
              <a:defRPr sz="1575" b="0">
                <a:solidFill>
                  <a:srgbClr val="557078"/>
                </a:solidFill>
                <a:latin typeface="Arial"/>
                <a:ea typeface="Arial"/>
                <a:cs typeface="Arial"/>
              </a:defRPr>
            </a:lvl5pPr>
            <a:lvl6pPr algn="l">
              <a:defRPr sz="1575" b="0">
                <a:solidFill>
                  <a:srgbClr val="557078"/>
                </a:solidFill>
                <a:latin typeface="Arial"/>
                <a:ea typeface="Arial"/>
                <a:cs typeface="Arial"/>
              </a:defRPr>
            </a:lvl6pPr>
            <a:lvl7pPr algn="l">
              <a:defRPr sz="1575" b="0">
                <a:solidFill>
                  <a:srgbClr val="557078"/>
                </a:solidFill>
                <a:latin typeface="Arial"/>
                <a:ea typeface="Arial"/>
                <a:cs typeface="Arial"/>
              </a:defRPr>
            </a:lvl7pPr>
            <a:lvl8pPr algn="l">
              <a:defRPr sz="1575" b="0">
                <a:solidFill>
                  <a:srgbClr val="557078"/>
                </a:solidFill>
                <a:latin typeface="Arial"/>
                <a:ea typeface="Arial"/>
                <a:cs typeface="Arial"/>
              </a:defRPr>
            </a:lvl8pPr>
            <a:lvl9pPr algn="l">
              <a:defRPr sz="1575" b="0">
                <a:solidFill>
                  <a:srgbClr val="557078"/>
                </a:solidFill>
                <a:latin typeface="Arial"/>
                <a:ea typeface="Arial"/>
                <a:cs typeface="Arial"/>
              </a:defRPr>
            </a:lvl9pPr>
          </a:lstStyle>
          <a:p xmlns:a="http://schemas.openxmlformats.org/drawingml/2006/main">
            <a:pPr algn="l">
              <a:defRPr sz="1575" b="0">
                <a:solidFill>
                  <a:srgbClr val="557078"/>
                </a:solidFill>
                <a:latin typeface="Arial"/>
                <a:ea typeface="Arial"/>
                <a:cs typeface="Arial"/>
              </a:defRPr>
            </a:pPr>
            <a:r>
              <a:rPr sz="1575" b="0">
                <a:solidFill>
                  <a:srgbClr val="557078"/>
                </a:solidFill>
                <a:latin typeface="Arial"/>
                <a:ea typeface="Arial"/>
                <a:cs typeface="Arial"/>
              </a:rPr>
              <a:t>Datos, versiones y trabajos</a:t>
            </a:r>
          </a:p>
        </p:txBody>
      </p:sp>
      <p:sp>
        <p:nvSpPr>
          <p:cNvPr id="18" name="architecture-GridFS">
            <a:extLst xmlns:a="http://schemas.openxmlformats.org/drawingml/2006/main">
              <a:ext uri="{FF2B5EF4-FFF2-40B4-BE49-F238E27FC236}">
                <a16:creationId xmlns:a16="http://schemas.microsoft.com/office/drawing/2014/main" id="{BBCA701E-AC22-430E-A41E-96C34723F36F}"/>
              </a:ext>
            </a:extLst>
          </p:cNvPr>
          <p:cNvSpPr>
            <a:spLocks xmlns:a="http://schemas.openxmlformats.org/drawingml/2006/main" noGrp="1"/>
          </p:cNvSpPr>
          <p:nvPr/>
        </p:nvSpPr>
        <p:spPr>
          <a:xfrm xmlns:a="http://schemas.openxmlformats.org/drawingml/2006/main">
            <a:off x="8772525" y="4267200"/>
            <a:ext cx="2809875" cy="1285875"/>
          </a:xfrm>
          <a:prstGeom xmlns:a="http://schemas.openxmlformats.org/drawingml/2006/main" prst="rect">
            <a:avLst/>
          </a:prstGeom>
          <a:solidFill xmlns:a="http://schemas.openxmlformats.org/drawingml/2006/main">
            <a:srgbClr val="DBEAE3"/>
          </a:solidFill>
          <a:ln xmlns:a="http://schemas.openxmlformats.org/drawingml/2006/main" w="13335">
            <a:solidFill>
              <a:srgbClr val="008F7B"/>
            </a:solidFill>
          </a:ln>
        </p:spPr>
      </p:sp>
      <p:sp>
        <p:nvSpPr>
          <p:cNvPr id="19" name="text-47">
            <a:extLst xmlns:a="http://schemas.openxmlformats.org/drawingml/2006/main">
              <a:ext uri="{FF2B5EF4-FFF2-40B4-BE49-F238E27FC236}">
                <a16:creationId xmlns:a16="http://schemas.microsoft.com/office/drawing/2014/main" id="{010183B3-ED21-475E-94E3-7C140C4E91DA}"/>
              </a:ext>
            </a:extLst>
          </p:cNvPr>
          <p:cNvSpPr>
            <a:spLocks xmlns:a="http://schemas.openxmlformats.org/drawingml/2006/main" noGrp="1"/>
          </p:cNvSpPr>
          <p:nvPr/>
        </p:nvSpPr>
        <p:spPr>
          <a:xfrm xmlns:a="http://schemas.openxmlformats.org/drawingml/2006/main">
            <a:off x="8963025" y="44196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3043"/>
                </a:solidFill>
                <a:latin typeface="Arial"/>
                <a:ea typeface="Arial"/>
                <a:cs typeface="Arial"/>
              </a:defRPr>
            </a:defPPr>
            <a:lvl1pPr algn="l">
              <a:defRPr sz="1875" b="1">
                <a:solidFill>
                  <a:srgbClr val="0B3043"/>
                </a:solidFill>
                <a:latin typeface="Arial"/>
                <a:ea typeface="Arial"/>
                <a:cs typeface="Arial"/>
              </a:defRPr>
            </a:lvl1pPr>
            <a:lvl2pPr algn="l">
              <a:defRPr sz="1875" b="1">
                <a:solidFill>
                  <a:srgbClr val="0B3043"/>
                </a:solidFill>
                <a:latin typeface="Arial"/>
                <a:ea typeface="Arial"/>
                <a:cs typeface="Arial"/>
              </a:defRPr>
            </a:lvl2pPr>
            <a:lvl3pPr algn="l">
              <a:defRPr sz="1875" b="1">
                <a:solidFill>
                  <a:srgbClr val="0B3043"/>
                </a:solidFill>
                <a:latin typeface="Arial"/>
                <a:ea typeface="Arial"/>
                <a:cs typeface="Arial"/>
              </a:defRPr>
            </a:lvl3pPr>
            <a:lvl4pPr algn="l">
              <a:defRPr sz="1875" b="1">
                <a:solidFill>
                  <a:srgbClr val="0B3043"/>
                </a:solidFill>
                <a:latin typeface="Arial"/>
                <a:ea typeface="Arial"/>
                <a:cs typeface="Arial"/>
              </a:defRPr>
            </a:lvl4pPr>
            <a:lvl5pPr algn="l">
              <a:defRPr sz="1875" b="1">
                <a:solidFill>
                  <a:srgbClr val="0B3043"/>
                </a:solidFill>
                <a:latin typeface="Arial"/>
                <a:ea typeface="Arial"/>
                <a:cs typeface="Arial"/>
              </a:defRPr>
            </a:lvl5pPr>
            <a:lvl6pPr algn="l">
              <a:defRPr sz="1875" b="1">
                <a:solidFill>
                  <a:srgbClr val="0B3043"/>
                </a:solidFill>
                <a:latin typeface="Arial"/>
                <a:ea typeface="Arial"/>
                <a:cs typeface="Arial"/>
              </a:defRPr>
            </a:lvl6pPr>
            <a:lvl7pPr algn="l">
              <a:defRPr sz="1875" b="1">
                <a:solidFill>
                  <a:srgbClr val="0B3043"/>
                </a:solidFill>
                <a:latin typeface="Arial"/>
                <a:ea typeface="Arial"/>
                <a:cs typeface="Arial"/>
              </a:defRPr>
            </a:lvl7pPr>
            <a:lvl8pPr algn="l">
              <a:defRPr sz="1875" b="1">
                <a:solidFill>
                  <a:srgbClr val="0B3043"/>
                </a:solidFill>
                <a:latin typeface="Arial"/>
                <a:ea typeface="Arial"/>
                <a:cs typeface="Arial"/>
              </a:defRPr>
            </a:lvl8pPr>
            <a:lvl9pPr algn="l">
              <a:defRPr sz="1875" b="1">
                <a:solidFill>
                  <a:srgbClr val="0B3043"/>
                </a:solidFill>
                <a:latin typeface="Arial"/>
                <a:ea typeface="Arial"/>
                <a:cs typeface="Arial"/>
              </a:defRPr>
            </a:lvl9pPr>
          </a:lstStyle>
          <a:p xmlns:a="http://schemas.openxmlformats.org/drawingml/2006/main">
            <a:pPr algn="l">
              <a:defRPr sz="1875" b="1">
                <a:solidFill>
                  <a:srgbClr val="0B3043"/>
                </a:solidFill>
                <a:latin typeface="Arial"/>
                <a:ea typeface="Arial"/>
                <a:cs typeface="Arial"/>
              </a:defRPr>
            </a:pPr>
            <a:r>
              <a:rPr sz="1875" b="1">
                <a:solidFill>
                  <a:srgbClr val="0B3043"/>
                </a:solidFill>
                <a:latin typeface="Arial"/>
                <a:ea typeface="Arial"/>
                <a:cs typeface="Arial"/>
              </a:rPr>
              <a:t>GridFS</a:t>
            </a:r>
          </a:p>
        </p:txBody>
      </p:sp>
      <p:sp>
        <p:nvSpPr>
          <p:cNvPr id="20" name="text-48">
            <a:extLst xmlns:a="http://schemas.openxmlformats.org/drawingml/2006/main">
              <a:ext uri="{FF2B5EF4-FFF2-40B4-BE49-F238E27FC236}">
                <a16:creationId xmlns:a16="http://schemas.microsoft.com/office/drawing/2014/main" id="{3B1B2488-8FF4-49D7-BC4C-1F9E1740DDC9}"/>
              </a:ext>
            </a:extLst>
          </p:cNvPr>
          <p:cNvSpPr>
            <a:spLocks xmlns:a="http://schemas.openxmlformats.org/drawingml/2006/main" noGrp="1"/>
          </p:cNvSpPr>
          <p:nvPr/>
        </p:nvSpPr>
        <p:spPr>
          <a:xfrm xmlns:a="http://schemas.openxmlformats.org/drawingml/2006/main">
            <a:off x="8963025" y="4810125"/>
            <a:ext cx="2428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7078"/>
                </a:solidFill>
                <a:latin typeface="Arial"/>
                <a:ea typeface="Arial"/>
                <a:cs typeface="Arial"/>
              </a:defRPr>
            </a:defPPr>
            <a:lvl1pPr algn="l">
              <a:defRPr sz="1575" b="0">
                <a:solidFill>
                  <a:srgbClr val="557078"/>
                </a:solidFill>
                <a:latin typeface="Arial"/>
                <a:ea typeface="Arial"/>
                <a:cs typeface="Arial"/>
              </a:defRPr>
            </a:lvl1pPr>
            <a:lvl2pPr algn="l">
              <a:defRPr sz="1575" b="0">
                <a:solidFill>
                  <a:srgbClr val="557078"/>
                </a:solidFill>
                <a:latin typeface="Arial"/>
                <a:ea typeface="Arial"/>
                <a:cs typeface="Arial"/>
              </a:defRPr>
            </a:lvl2pPr>
            <a:lvl3pPr algn="l">
              <a:defRPr sz="1575" b="0">
                <a:solidFill>
                  <a:srgbClr val="557078"/>
                </a:solidFill>
                <a:latin typeface="Arial"/>
                <a:ea typeface="Arial"/>
                <a:cs typeface="Arial"/>
              </a:defRPr>
            </a:lvl3pPr>
            <a:lvl4pPr algn="l">
              <a:defRPr sz="1575" b="0">
                <a:solidFill>
                  <a:srgbClr val="557078"/>
                </a:solidFill>
                <a:latin typeface="Arial"/>
                <a:ea typeface="Arial"/>
                <a:cs typeface="Arial"/>
              </a:defRPr>
            </a:lvl4pPr>
            <a:lvl5pPr algn="l">
              <a:defRPr sz="1575" b="0">
                <a:solidFill>
                  <a:srgbClr val="557078"/>
                </a:solidFill>
                <a:latin typeface="Arial"/>
                <a:ea typeface="Arial"/>
                <a:cs typeface="Arial"/>
              </a:defRPr>
            </a:lvl5pPr>
            <a:lvl6pPr algn="l">
              <a:defRPr sz="1575" b="0">
                <a:solidFill>
                  <a:srgbClr val="557078"/>
                </a:solidFill>
                <a:latin typeface="Arial"/>
                <a:ea typeface="Arial"/>
                <a:cs typeface="Arial"/>
              </a:defRPr>
            </a:lvl6pPr>
            <a:lvl7pPr algn="l">
              <a:defRPr sz="1575" b="0">
                <a:solidFill>
                  <a:srgbClr val="557078"/>
                </a:solidFill>
                <a:latin typeface="Arial"/>
                <a:ea typeface="Arial"/>
                <a:cs typeface="Arial"/>
              </a:defRPr>
            </a:lvl7pPr>
            <a:lvl8pPr algn="l">
              <a:defRPr sz="1575" b="0">
                <a:solidFill>
                  <a:srgbClr val="557078"/>
                </a:solidFill>
                <a:latin typeface="Arial"/>
                <a:ea typeface="Arial"/>
                <a:cs typeface="Arial"/>
              </a:defRPr>
            </a:lvl8pPr>
            <a:lvl9pPr algn="l">
              <a:defRPr sz="1575" b="0">
                <a:solidFill>
                  <a:srgbClr val="557078"/>
                </a:solidFill>
                <a:latin typeface="Arial"/>
                <a:ea typeface="Arial"/>
                <a:cs typeface="Arial"/>
              </a:defRPr>
            </a:lvl9pPr>
          </a:lstStyle>
          <a:p xmlns:a="http://schemas.openxmlformats.org/drawingml/2006/main">
            <a:pPr algn="l">
              <a:defRPr sz="1575" b="0">
                <a:solidFill>
                  <a:srgbClr val="557078"/>
                </a:solidFill>
                <a:latin typeface="Arial"/>
                <a:ea typeface="Arial"/>
                <a:cs typeface="Arial"/>
              </a:defRPr>
            </a:pPr>
            <a:r>
              <a:rPr sz="1575" b="0">
                <a:solidFill>
                  <a:srgbClr val="557078"/>
                </a:solidFill>
                <a:latin typeface="Arial"/>
                <a:ea typeface="Arial"/>
                <a:cs typeface="Arial"/>
              </a:rPr>
              <a:t>Originales y fragmentos</a:t>
            </a:r>
          </a:p>
        </p:txBody>
      </p:sp>
      <p:sp>
        <p:nvSpPr>
          <p:cNvPr id="26" name="text-49">
            <a:extLst xmlns:a="http://schemas.openxmlformats.org/drawingml/2006/main">
              <a:ext uri="{FF2B5EF4-FFF2-40B4-BE49-F238E27FC236}">
                <a16:creationId xmlns:a16="http://schemas.microsoft.com/office/drawing/2014/main" id="{865A0ADB-9BDC-4BB5-9033-6A479328CD28}"/>
              </a:ext>
            </a:extLst>
          </p:cNvPr>
          <p:cNvSpPr>
            <a:spLocks xmlns:a="http://schemas.openxmlformats.org/drawingml/2006/main" noGrp="1"/>
          </p:cNvSpPr>
          <p:nvPr/>
        </p:nvSpPr>
        <p:spPr>
          <a:xfrm xmlns:a="http://schemas.openxmlformats.org/drawingml/2006/main">
            <a:off x="609600" y="33718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7078"/>
                </a:solidFill>
                <a:latin typeface="Arial"/>
                <a:ea typeface="Arial"/>
                <a:cs typeface="Arial"/>
              </a:defRPr>
            </a:defPPr>
            <a:lvl1pPr algn="l">
              <a:defRPr sz="1725" b="0">
                <a:solidFill>
                  <a:srgbClr val="557078"/>
                </a:solidFill>
                <a:latin typeface="Arial"/>
                <a:ea typeface="Arial"/>
                <a:cs typeface="Arial"/>
              </a:defRPr>
            </a:lvl1pPr>
            <a:lvl2pPr algn="l">
              <a:defRPr sz="1725" b="0">
                <a:solidFill>
                  <a:srgbClr val="557078"/>
                </a:solidFill>
                <a:latin typeface="Arial"/>
                <a:ea typeface="Arial"/>
                <a:cs typeface="Arial"/>
              </a:defRPr>
            </a:lvl2pPr>
            <a:lvl3pPr algn="l">
              <a:defRPr sz="1725" b="0">
                <a:solidFill>
                  <a:srgbClr val="557078"/>
                </a:solidFill>
                <a:latin typeface="Arial"/>
                <a:ea typeface="Arial"/>
                <a:cs typeface="Arial"/>
              </a:defRPr>
            </a:lvl3pPr>
            <a:lvl4pPr algn="l">
              <a:defRPr sz="1725" b="0">
                <a:solidFill>
                  <a:srgbClr val="557078"/>
                </a:solidFill>
                <a:latin typeface="Arial"/>
                <a:ea typeface="Arial"/>
                <a:cs typeface="Arial"/>
              </a:defRPr>
            </a:lvl4pPr>
            <a:lvl5pPr algn="l">
              <a:defRPr sz="1725" b="0">
                <a:solidFill>
                  <a:srgbClr val="557078"/>
                </a:solidFill>
                <a:latin typeface="Arial"/>
                <a:ea typeface="Arial"/>
                <a:cs typeface="Arial"/>
              </a:defRPr>
            </a:lvl5pPr>
            <a:lvl6pPr algn="l">
              <a:defRPr sz="1725" b="0">
                <a:solidFill>
                  <a:srgbClr val="557078"/>
                </a:solidFill>
                <a:latin typeface="Arial"/>
                <a:ea typeface="Arial"/>
                <a:cs typeface="Arial"/>
              </a:defRPr>
            </a:lvl6pPr>
            <a:lvl7pPr algn="l">
              <a:defRPr sz="1725" b="0">
                <a:solidFill>
                  <a:srgbClr val="557078"/>
                </a:solidFill>
                <a:latin typeface="Arial"/>
                <a:ea typeface="Arial"/>
                <a:cs typeface="Arial"/>
              </a:defRPr>
            </a:lvl7pPr>
            <a:lvl8pPr algn="l">
              <a:defRPr sz="1725" b="0">
                <a:solidFill>
                  <a:srgbClr val="557078"/>
                </a:solidFill>
                <a:latin typeface="Arial"/>
                <a:ea typeface="Arial"/>
                <a:cs typeface="Arial"/>
              </a:defRPr>
            </a:lvl8pPr>
            <a:lvl9pPr algn="l">
              <a:defRPr sz="1725" b="0">
                <a:solidFill>
                  <a:srgbClr val="557078"/>
                </a:solidFill>
                <a:latin typeface="Arial"/>
                <a:ea typeface="Arial"/>
                <a:cs typeface="Arial"/>
              </a:defRPr>
            </a:lvl9pPr>
          </a:lstStyle>
          <a:p xmlns:a="http://schemas.openxmlformats.org/drawingml/2006/main">
            <a:pPr algn="l">
              <a:defRPr sz="1725" b="0">
                <a:solidFill>
                  <a:srgbClr val="557078"/>
                </a:solidFill>
                <a:latin typeface="Arial"/>
                <a:ea typeface="Arial"/>
                <a:cs typeface="Arial"/>
              </a:defRPr>
            </a:pPr>
            <a:r>
              <a:rPr sz="1725" b="0">
                <a:solidFill>
                  <a:srgbClr val="557078"/>
                </a:solidFill>
                <a:latin typeface="Arial"/>
                <a:ea typeface="Arial"/>
                <a:cs typeface="Arial"/>
              </a:rPr>
              <a:t>SICOP y anexos alimentan el worker</a:t>
            </a:r>
          </a:p>
        </p:txBody>
      </p:sp>
      <p:sp>
        <p:nvSpPr>
          <p:cNvPr id="27" name="text-50">
            <a:extLst xmlns:a="http://schemas.openxmlformats.org/drawingml/2006/main">
              <a:ext uri="{FF2B5EF4-FFF2-40B4-BE49-F238E27FC236}">
                <a16:creationId xmlns:a16="http://schemas.microsoft.com/office/drawing/2014/main" id="{E33EC662-B798-4C0C-9C96-B49D71A4C29E}"/>
              </a:ext>
            </a:extLst>
          </p:cNvPr>
          <p:cNvSpPr>
            <a:spLocks xmlns:a="http://schemas.openxmlformats.org/drawingml/2006/main" noGrp="1"/>
          </p:cNvSpPr>
          <p:nvPr/>
        </p:nvSpPr>
        <p:spPr>
          <a:xfrm xmlns:a="http://schemas.openxmlformats.org/drawingml/2006/main">
            <a:off x="4533900" y="5857875"/>
            <a:ext cx="6705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0">
                <a:solidFill>
                  <a:srgbClr val="557078"/>
                </a:solidFill>
                <a:latin typeface="Arial"/>
                <a:ea typeface="Arial"/>
                <a:cs typeface="Arial"/>
              </a:defRPr>
            </a:defPPr>
            <a:lvl1pPr algn="ctr">
              <a:defRPr sz="1800" b="0">
                <a:solidFill>
                  <a:srgbClr val="557078"/>
                </a:solidFill>
                <a:latin typeface="Arial"/>
                <a:ea typeface="Arial"/>
                <a:cs typeface="Arial"/>
              </a:defRPr>
            </a:lvl1pPr>
            <a:lvl2pPr algn="ctr">
              <a:defRPr sz="1800" b="0">
                <a:solidFill>
                  <a:srgbClr val="557078"/>
                </a:solidFill>
                <a:latin typeface="Arial"/>
                <a:ea typeface="Arial"/>
                <a:cs typeface="Arial"/>
              </a:defRPr>
            </a:lvl2pPr>
            <a:lvl3pPr algn="ctr">
              <a:defRPr sz="1800" b="0">
                <a:solidFill>
                  <a:srgbClr val="557078"/>
                </a:solidFill>
                <a:latin typeface="Arial"/>
                <a:ea typeface="Arial"/>
                <a:cs typeface="Arial"/>
              </a:defRPr>
            </a:lvl3pPr>
            <a:lvl4pPr algn="ctr">
              <a:defRPr sz="1800" b="0">
                <a:solidFill>
                  <a:srgbClr val="557078"/>
                </a:solidFill>
                <a:latin typeface="Arial"/>
                <a:ea typeface="Arial"/>
                <a:cs typeface="Arial"/>
              </a:defRPr>
            </a:lvl4pPr>
            <a:lvl5pPr algn="ctr">
              <a:defRPr sz="1800" b="0">
                <a:solidFill>
                  <a:srgbClr val="557078"/>
                </a:solidFill>
                <a:latin typeface="Arial"/>
                <a:ea typeface="Arial"/>
                <a:cs typeface="Arial"/>
              </a:defRPr>
            </a:lvl5pPr>
            <a:lvl6pPr algn="ctr">
              <a:defRPr sz="1800" b="0">
                <a:solidFill>
                  <a:srgbClr val="557078"/>
                </a:solidFill>
                <a:latin typeface="Arial"/>
                <a:ea typeface="Arial"/>
                <a:cs typeface="Arial"/>
              </a:defRPr>
            </a:lvl6pPr>
            <a:lvl7pPr algn="ctr">
              <a:defRPr sz="1800" b="0">
                <a:solidFill>
                  <a:srgbClr val="557078"/>
                </a:solidFill>
                <a:latin typeface="Arial"/>
                <a:ea typeface="Arial"/>
                <a:cs typeface="Arial"/>
              </a:defRPr>
            </a:lvl7pPr>
            <a:lvl8pPr algn="ctr">
              <a:defRPr sz="1800" b="0">
                <a:solidFill>
                  <a:srgbClr val="557078"/>
                </a:solidFill>
                <a:latin typeface="Arial"/>
                <a:ea typeface="Arial"/>
                <a:cs typeface="Arial"/>
              </a:defRPr>
            </a:lvl8pPr>
            <a:lvl9pPr algn="ctr">
              <a:defRPr sz="1800" b="0">
                <a:solidFill>
                  <a:srgbClr val="557078"/>
                </a:solidFill>
                <a:latin typeface="Arial"/>
                <a:ea typeface="Arial"/>
                <a:cs typeface="Arial"/>
              </a:defRPr>
            </a:lvl9pPr>
          </a:lstStyle>
          <a:p xmlns:a="http://schemas.openxmlformats.org/drawingml/2006/main">
            <a:pPr algn="ctr">
              <a:defRPr sz="1800" b="0">
                <a:solidFill>
                  <a:srgbClr val="557078"/>
                </a:solidFill>
                <a:latin typeface="Arial"/>
                <a:ea typeface="Arial"/>
                <a:cs typeface="Arial"/>
              </a:defRPr>
            </a:pPr>
            <a:r>
              <a:rPr sz="1800" b="0">
                <a:solidFill>
                  <a:srgbClr val="557078"/>
                </a:solidFill>
                <a:latin typeface="Arial"/>
                <a:ea typeface="Arial"/>
                <a:cs typeface="Arial"/>
              </a:rPr>
              <a:t>Una base exclusiva por instalación</a:t>
            </a:r>
          </a:p>
        </p:txBody>
      </p:sp>
    </p:spTree>
    <p:extLst>
      <p:ext uri="{BB962C8B-B14F-4D97-AF65-F5344CB8AC3E}">
        <p14:creationId xmlns:p14="http://schemas.microsoft.com/office/powerpoint/2010/main" val="1464022626"/>
      </p:ext>
    </p:extLst>
  </p:cSld>
</p:sld>
</file>

<file path=ppt/slides/slide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1" name="text-51">
            <a:extLst xmlns:a="http://schemas.openxmlformats.org/drawingml/2006/main">
              <a:ext uri="{FF2B5EF4-FFF2-40B4-BE49-F238E27FC236}">
                <a16:creationId xmlns:a16="http://schemas.microsoft.com/office/drawing/2014/main" id="{1C11E884-08CE-4F5A-A63F-0E0CA81B38B6}"/>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0B3043"/>
                </a:solidFill>
                <a:latin typeface="Arial"/>
                <a:ea typeface="Arial"/>
                <a:cs typeface="Arial"/>
              </a:defRPr>
            </a:defPPr>
            <a:lvl1pPr algn="l">
              <a:defRPr sz="3375" b="1">
                <a:solidFill>
                  <a:srgbClr val="0B3043"/>
                </a:solidFill>
                <a:latin typeface="Arial"/>
                <a:ea typeface="Arial"/>
                <a:cs typeface="Arial"/>
              </a:defRPr>
            </a:lvl1pPr>
            <a:lvl2pPr algn="l">
              <a:defRPr sz="3375" b="1">
                <a:solidFill>
                  <a:srgbClr val="0B3043"/>
                </a:solidFill>
                <a:latin typeface="Arial"/>
                <a:ea typeface="Arial"/>
                <a:cs typeface="Arial"/>
              </a:defRPr>
            </a:lvl2pPr>
            <a:lvl3pPr algn="l">
              <a:defRPr sz="3375" b="1">
                <a:solidFill>
                  <a:srgbClr val="0B3043"/>
                </a:solidFill>
                <a:latin typeface="Arial"/>
                <a:ea typeface="Arial"/>
                <a:cs typeface="Arial"/>
              </a:defRPr>
            </a:lvl3pPr>
            <a:lvl4pPr algn="l">
              <a:defRPr sz="3375" b="1">
                <a:solidFill>
                  <a:srgbClr val="0B3043"/>
                </a:solidFill>
                <a:latin typeface="Arial"/>
                <a:ea typeface="Arial"/>
                <a:cs typeface="Arial"/>
              </a:defRPr>
            </a:lvl4pPr>
            <a:lvl5pPr algn="l">
              <a:defRPr sz="3375" b="1">
                <a:solidFill>
                  <a:srgbClr val="0B3043"/>
                </a:solidFill>
                <a:latin typeface="Arial"/>
                <a:ea typeface="Arial"/>
                <a:cs typeface="Arial"/>
              </a:defRPr>
            </a:lvl5pPr>
            <a:lvl6pPr algn="l">
              <a:defRPr sz="3375" b="1">
                <a:solidFill>
                  <a:srgbClr val="0B3043"/>
                </a:solidFill>
                <a:latin typeface="Arial"/>
                <a:ea typeface="Arial"/>
                <a:cs typeface="Arial"/>
              </a:defRPr>
            </a:lvl6pPr>
            <a:lvl7pPr algn="l">
              <a:defRPr sz="3375" b="1">
                <a:solidFill>
                  <a:srgbClr val="0B3043"/>
                </a:solidFill>
                <a:latin typeface="Arial"/>
                <a:ea typeface="Arial"/>
                <a:cs typeface="Arial"/>
              </a:defRPr>
            </a:lvl7pPr>
            <a:lvl8pPr algn="l">
              <a:defRPr sz="3375" b="1">
                <a:solidFill>
                  <a:srgbClr val="0B3043"/>
                </a:solidFill>
                <a:latin typeface="Arial"/>
                <a:ea typeface="Arial"/>
                <a:cs typeface="Arial"/>
              </a:defRPr>
            </a:lvl8pPr>
            <a:lvl9pPr algn="l">
              <a:defRPr sz="3375" b="1">
                <a:solidFill>
                  <a:srgbClr val="0B3043"/>
                </a:solidFill>
                <a:latin typeface="Arial"/>
                <a:ea typeface="Arial"/>
                <a:cs typeface="Arial"/>
              </a:defRPr>
            </a:lvl9pPr>
          </a:lstStyle>
          <a:p xmlns:a="http://schemas.openxmlformats.org/drawingml/2006/main">
            <a:pPr algn="l">
              <a:defRPr sz="3375" b="1">
                <a:solidFill>
                  <a:srgbClr val="0B3043"/>
                </a:solidFill>
                <a:latin typeface="Arial"/>
                <a:ea typeface="Arial"/>
                <a:cs typeface="Arial"/>
              </a:defRPr>
            </a:pPr>
            <a:r>
              <a:rPr sz="3375" b="1">
                <a:solidFill>
                  <a:srgbClr val="0B3043"/>
                </a:solidFill>
                <a:latin typeface="Arial"/>
                <a:ea typeface="Arial"/>
                <a:cs typeface="Arial"/>
              </a:rPr>
              <a:t>Versiones y transacciones conservan el contexto</a:t>
            </a:r>
          </a:p>
        </p:txBody>
      </p:sp>
      <p:sp>
        <p:nvSpPr>
          <p:cNvPr id="2" name="text-52">
            <a:extLst xmlns:a="http://schemas.openxmlformats.org/drawingml/2006/main">
              <a:ext uri="{FF2B5EF4-FFF2-40B4-BE49-F238E27FC236}">
                <a16:creationId xmlns:a16="http://schemas.microsoft.com/office/drawing/2014/main" id="{B28ADD93-93AB-4AEE-86C8-DE5B0DC4584E}"/>
              </a:ext>
            </a:extLst>
          </p:cNvPr>
          <p:cNvSpPr>
            <a:spLocks xmlns:a="http://schemas.openxmlformats.org/drawingml/2006/main" noGrp="1"/>
          </p:cNvSpPr>
          <p:nvPr/>
        </p:nvSpPr>
        <p:spPr>
          <a:xfrm xmlns:a="http://schemas.openxmlformats.org/drawingml/2006/main">
            <a:off x="609600" y="6419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57078"/>
                </a:solidFill>
                <a:latin typeface="Arial"/>
                <a:ea typeface="Arial"/>
                <a:cs typeface="Arial"/>
              </a:defRPr>
            </a:defPPr>
            <a:lvl1pPr algn="r">
              <a:defRPr sz="1125" b="0">
                <a:solidFill>
                  <a:srgbClr val="557078"/>
                </a:solidFill>
                <a:latin typeface="Arial"/>
                <a:ea typeface="Arial"/>
                <a:cs typeface="Arial"/>
              </a:defRPr>
            </a:lvl1pPr>
            <a:lvl2pPr algn="r">
              <a:defRPr sz="1125" b="0">
                <a:solidFill>
                  <a:srgbClr val="557078"/>
                </a:solidFill>
                <a:latin typeface="Arial"/>
                <a:ea typeface="Arial"/>
                <a:cs typeface="Arial"/>
              </a:defRPr>
            </a:lvl2pPr>
            <a:lvl3pPr algn="r">
              <a:defRPr sz="1125" b="0">
                <a:solidFill>
                  <a:srgbClr val="557078"/>
                </a:solidFill>
                <a:latin typeface="Arial"/>
                <a:ea typeface="Arial"/>
                <a:cs typeface="Arial"/>
              </a:defRPr>
            </a:lvl3pPr>
            <a:lvl4pPr algn="r">
              <a:defRPr sz="1125" b="0">
                <a:solidFill>
                  <a:srgbClr val="557078"/>
                </a:solidFill>
                <a:latin typeface="Arial"/>
                <a:ea typeface="Arial"/>
                <a:cs typeface="Arial"/>
              </a:defRPr>
            </a:lvl4pPr>
            <a:lvl5pPr algn="r">
              <a:defRPr sz="1125" b="0">
                <a:solidFill>
                  <a:srgbClr val="557078"/>
                </a:solidFill>
                <a:latin typeface="Arial"/>
                <a:ea typeface="Arial"/>
                <a:cs typeface="Arial"/>
              </a:defRPr>
            </a:lvl5pPr>
            <a:lvl6pPr algn="r">
              <a:defRPr sz="1125" b="0">
                <a:solidFill>
                  <a:srgbClr val="557078"/>
                </a:solidFill>
                <a:latin typeface="Arial"/>
                <a:ea typeface="Arial"/>
                <a:cs typeface="Arial"/>
              </a:defRPr>
            </a:lvl6pPr>
            <a:lvl7pPr algn="r">
              <a:defRPr sz="1125" b="0">
                <a:solidFill>
                  <a:srgbClr val="557078"/>
                </a:solidFill>
                <a:latin typeface="Arial"/>
                <a:ea typeface="Arial"/>
                <a:cs typeface="Arial"/>
              </a:defRPr>
            </a:lvl7pPr>
            <a:lvl8pPr algn="r">
              <a:defRPr sz="1125" b="0">
                <a:solidFill>
                  <a:srgbClr val="557078"/>
                </a:solidFill>
                <a:latin typeface="Arial"/>
                <a:ea typeface="Arial"/>
                <a:cs typeface="Arial"/>
              </a:defRPr>
            </a:lvl8pPr>
            <a:lvl9pPr algn="r">
              <a:defRPr sz="1125" b="0">
                <a:solidFill>
                  <a:srgbClr val="557078"/>
                </a:solidFill>
                <a:latin typeface="Arial"/>
                <a:ea typeface="Arial"/>
                <a:cs typeface="Arial"/>
              </a:defRPr>
            </a:lvl9pPr>
          </a:lstStyle>
          <a:p xmlns:a="http://schemas.openxmlformats.org/drawingml/2006/main">
            <a:pPr algn="r">
              <a:defRPr sz="1125" b="0">
                <a:solidFill>
                  <a:srgbClr val="557078"/>
                </a:solidFill>
                <a:latin typeface="Arial"/>
                <a:ea typeface="Arial"/>
                <a:cs typeface="Arial"/>
              </a:defRPr>
            </a:pPr>
            <a:r>
              <a:rPr sz="1125" b="0">
                <a:solidFill>
                  <a:srgbClr val="557078"/>
                </a:solidFill>
                <a:latin typeface="Arial"/>
                <a:ea typeface="Arial"/>
                <a:cs typeface="Arial"/>
              </a:rPr>
              <a:t>Borrador v0.9.0   /   08</a:t>
            </a:r>
          </a:p>
        </p:txBody>
      </p:sp>
      <p:sp>
        <p:nvSpPr>
          <p:cNvPr id="3" name="text-53">
            <a:extLst xmlns:a="http://schemas.openxmlformats.org/drawingml/2006/main">
              <a:ext uri="{FF2B5EF4-FFF2-40B4-BE49-F238E27FC236}">
                <a16:creationId xmlns:a16="http://schemas.microsoft.com/office/drawing/2014/main" id="{31508EF7-7259-4714-9B67-A54480B61ACF}"/>
              </a:ext>
            </a:extLst>
          </p:cNvPr>
          <p:cNvSpPr>
            <a:spLocks xmlns:a="http://schemas.openxmlformats.org/drawingml/2006/main" noGrp="1"/>
          </p:cNvSpPr>
          <p:nvPr/>
        </p:nvSpPr>
        <p:spPr>
          <a:xfrm xmlns:a="http://schemas.openxmlformats.org/drawingml/2006/main">
            <a:off x="609600" y="17335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8F7B"/>
                </a:solidFill>
                <a:latin typeface="Arial"/>
                <a:ea typeface="Arial"/>
                <a:cs typeface="Arial"/>
              </a:defRPr>
            </a:defPPr>
            <a:lvl1pPr algn="l">
              <a:defRPr sz="2625" b="1">
                <a:solidFill>
                  <a:srgbClr val="008F7B"/>
                </a:solidFill>
                <a:latin typeface="Arial"/>
                <a:ea typeface="Arial"/>
                <a:cs typeface="Arial"/>
              </a:defRPr>
            </a:lvl1pPr>
            <a:lvl2pPr algn="l">
              <a:defRPr sz="2625" b="1">
                <a:solidFill>
                  <a:srgbClr val="008F7B"/>
                </a:solidFill>
                <a:latin typeface="Arial"/>
                <a:ea typeface="Arial"/>
                <a:cs typeface="Arial"/>
              </a:defRPr>
            </a:lvl2pPr>
            <a:lvl3pPr algn="l">
              <a:defRPr sz="2625" b="1">
                <a:solidFill>
                  <a:srgbClr val="008F7B"/>
                </a:solidFill>
                <a:latin typeface="Arial"/>
                <a:ea typeface="Arial"/>
                <a:cs typeface="Arial"/>
              </a:defRPr>
            </a:lvl3pPr>
            <a:lvl4pPr algn="l">
              <a:defRPr sz="2625" b="1">
                <a:solidFill>
                  <a:srgbClr val="008F7B"/>
                </a:solidFill>
                <a:latin typeface="Arial"/>
                <a:ea typeface="Arial"/>
                <a:cs typeface="Arial"/>
              </a:defRPr>
            </a:lvl4pPr>
            <a:lvl5pPr algn="l">
              <a:defRPr sz="2625" b="1">
                <a:solidFill>
                  <a:srgbClr val="008F7B"/>
                </a:solidFill>
                <a:latin typeface="Arial"/>
                <a:ea typeface="Arial"/>
                <a:cs typeface="Arial"/>
              </a:defRPr>
            </a:lvl5pPr>
            <a:lvl6pPr algn="l">
              <a:defRPr sz="2625" b="1">
                <a:solidFill>
                  <a:srgbClr val="008F7B"/>
                </a:solidFill>
                <a:latin typeface="Arial"/>
                <a:ea typeface="Arial"/>
                <a:cs typeface="Arial"/>
              </a:defRPr>
            </a:lvl6pPr>
            <a:lvl7pPr algn="l">
              <a:defRPr sz="2625" b="1">
                <a:solidFill>
                  <a:srgbClr val="008F7B"/>
                </a:solidFill>
                <a:latin typeface="Arial"/>
                <a:ea typeface="Arial"/>
                <a:cs typeface="Arial"/>
              </a:defRPr>
            </a:lvl7pPr>
            <a:lvl8pPr algn="l">
              <a:defRPr sz="2625" b="1">
                <a:solidFill>
                  <a:srgbClr val="008F7B"/>
                </a:solidFill>
                <a:latin typeface="Arial"/>
                <a:ea typeface="Arial"/>
                <a:cs typeface="Arial"/>
              </a:defRPr>
            </a:lvl8pPr>
            <a:lvl9pPr algn="l">
              <a:defRPr sz="2625" b="1">
                <a:solidFill>
                  <a:srgbClr val="008F7B"/>
                </a:solidFill>
                <a:latin typeface="Arial"/>
                <a:ea typeface="Arial"/>
                <a:cs typeface="Arial"/>
              </a:defRPr>
            </a:lvl9pPr>
          </a:lstStyle>
          <a:p xmlns:a="http://schemas.openxmlformats.org/drawingml/2006/main">
            <a:pPr algn="l">
              <a:defRPr sz="2625" b="1">
                <a:solidFill>
                  <a:srgbClr val="008F7B"/>
                </a:solidFill>
                <a:latin typeface="Arial"/>
                <a:ea typeface="Arial"/>
                <a:cs typeface="Arial"/>
              </a:defRPr>
            </a:pPr>
            <a:r>
              <a:rPr sz="2625" b="1">
                <a:solidFill>
                  <a:srgbClr val="008F7B"/>
                </a:solidFill>
                <a:latin typeface="Arial"/>
                <a:ea typeface="Arial"/>
                <a:cs typeface="Arial"/>
              </a:rPr>
              <a:t>Concurso vigente</a:t>
            </a:r>
          </a:p>
        </p:txBody>
      </p:sp>
      <p:sp>
        <p:nvSpPr>
          <p:cNvPr id="4" name="text-54">
            <a:extLst xmlns:a="http://schemas.openxmlformats.org/drawingml/2006/main">
              <a:ext uri="{FF2B5EF4-FFF2-40B4-BE49-F238E27FC236}">
                <a16:creationId xmlns:a16="http://schemas.microsoft.com/office/drawing/2014/main" id="{B60C2C97-78F4-464B-8645-16EDDBEB2F4B}"/>
              </a:ext>
            </a:extLst>
          </p:cNvPr>
          <p:cNvSpPr>
            <a:spLocks xmlns:a="http://schemas.openxmlformats.org/drawingml/2006/main" noGrp="1"/>
          </p:cNvSpPr>
          <p:nvPr/>
        </p:nvSpPr>
        <p:spPr>
          <a:xfrm xmlns:a="http://schemas.openxmlformats.org/drawingml/2006/main">
            <a:off x="609600" y="240982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3043"/>
                </a:solidFill>
                <a:latin typeface="Arial"/>
                <a:ea typeface="Arial"/>
                <a:cs typeface="Arial"/>
              </a:defRPr>
            </a:defPPr>
            <a:lvl1pPr algn="l">
              <a:defRPr sz="2325" b="1">
                <a:solidFill>
                  <a:srgbClr val="0B3043"/>
                </a:solidFill>
                <a:latin typeface="Arial"/>
                <a:ea typeface="Arial"/>
                <a:cs typeface="Arial"/>
              </a:defRPr>
            </a:lvl1pPr>
            <a:lvl2pPr algn="l">
              <a:defRPr sz="2325" b="1">
                <a:solidFill>
                  <a:srgbClr val="0B3043"/>
                </a:solidFill>
                <a:latin typeface="Arial"/>
                <a:ea typeface="Arial"/>
                <a:cs typeface="Arial"/>
              </a:defRPr>
            </a:lvl2pPr>
            <a:lvl3pPr algn="l">
              <a:defRPr sz="2325" b="1">
                <a:solidFill>
                  <a:srgbClr val="0B3043"/>
                </a:solidFill>
                <a:latin typeface="Arial"/>
                <a:ea typeface="Arial"/>
                <a:cs typeface="Arial"/>
              </a:defRPr>
            </a:lvl3pPr>
            <a:lvl4pPr algn="l">
              <a:defRPr sz="2325" b="1">
                <a:solidFill>
                  <a:srgbClr val="0B3043"/>
                </a:solidFill>
                <a:latin typeface="Arial"/>
                <a:ea typeface="Arial"/>
                <a:cs typeface="Arial"/>
              </a:defRPr>
            </a:lvl4pPr>
            <a:lvl5pPr algn="l">
              <a:defRPr sz="2325" b="1">
                <a:solidFill>
                  <a:srgbClr val="0B3043"/>
                </a:solidFill>
                <a:latin typeface="Arial"/>
                <a:ea typeface="Arial"/>
                <a:cs typeface="Arial"/>
              </a:defRPr>
            </a:lvl5pPr>
            <a:lvl6pPr algn="l">
              <a:defRPr sz="2325" b="1">
                <a:solidFill>
                  <a:srgbClr val="0B3043"/>
                </a:solidFill>
                <a:latin typeface="Arial"/>
                <a:ea typeface="Arial"/>
                <a:cs typeface="Arial"/>
              </a:defRPr>
            </a:lvl6pPr>
            <a:lvl7pPr algn="l">
              <a:defRPr sz="2325" b="1">
                <a:solidFill>
                  <a:srgbClr val="0B3043"/>
                </a:solidFill>
                <a:latin typeface="Arial"/>
                <a:ea typeface="Arial"/>
                <a:cs typeface="Arial"/>
              </a:defRPr>
            </a:lvl7pPr>
            <a:lvl8pPr algn="l">
              <a:defRPr sz="2325" b="1">
                <a:solidFill>
                  <a:srgbClr val="0B3043"/>
                </a:solidFill>
                <a:latin typeface="Arial"/>
                <a:ea typeface="Arial"/>
                <a:cs typeface="Arial"/>
              </a:defRPr>
            </a:lvl8pPr>
            <a:lvl9pPr algn="l">
              <a:defRPr sz="2325" b="1">
                <a:solidFill>
                  <a:srgbClr val="0B3043"/>
                </a:solidFill>
                <a:latin typeface="Arial"/>
                <a:ea typeface="Arial"/>
                <a:cs typeface="Arial"/>
              </a:defRPr>
            </a:lvl9pPr>
          </a:lstStyle>
          <a:p xmlns:a="http://schemas.openxmlformats.org/drawingml/2006/main">
            <a:pPr algn="l">
              <a:defRPr sz="2325" b="1">
                <a:solidFill>
                  <a:srgbClr val="0B3043"/>
                </a:solidFill>
                <a:latin typeface="Arial"/>
                <a:ea typeface="Arial"/>
                <a:cs typeface="Arial"/>
              </a:defRPr>
            </a:pPr>
            <a:r>
              <a:rPr sz="2325" b="1">
                <a:solidFill>
                  <a:srgbClr val="0B3043"/>
                </a:solidFill>
                <a:latin typeface="Arial"/>
                <a:ea typeface="Arial"/>
                <a:cs typeface="Arial"/>
              </a:rPr>
              <a:t>tenders</a:t>
            </a:r>
          </a:p>
        </p:txBody>
      </p:sp>
      <p:sp>
        <p:nvSpPr>
          <p:cNvPr id="5" name="text-55">
            <a:extLst xmlns:a="http://schemas.openxmlformats.org/drawingml/2006/main">
              <a:ext uri="{FF2B5EF4-FFF2-40B4-BE49-F238E27FC236}">
                <a16:creationId xmlns:a16="http://schemas.microsoft.com/office/drawing/2014/main" id="{CA67FF97-1539-43EE-B1D8-F878C3CBF9D6}"/>
              </a:ext>
            </a:extLst>
          </p:cNvPr>
          <p:cNvSpPr>
            <a:spLocks xmlns:a="http://schemas.openxmlformats.org/drawingml/2006/main" noGrp="1"/>
          </p:cNvSpPr>
          <p:nvPr/>
        </p:nvSpPr>
        <p:spPr>
          <a:xfrm xmlns:a="http://schemas.openxmlformats.org/drawingml/2006/main">
            <a:off x="609600" y="3000375"/>
            <a:ext cx="4476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744"/>
                </a:solidFill>
                <a:latin typeface="Arial"/>
                <a:ea typeface="Arial"/>
                <a:cs typeface="Arial"/>
              </a:defRPr>
            </a:defPPr>
            <a:lvl1pPr algn="l">
              <a:defRPr sz="2100" b="0">
                <a:solidFill>
                  <a:srgbClr val="173744"/>
                </a:solidFill>
                <a:latin typeface="Arial"/>
                <a:ea typeface="Arial"/>
                <a:cs typeface="Arial"/>
              </a:defRPr>
            </a:lvl1pPr>
            <a:lvl2pPr algn="l">
              <a:defRPr sz="2100" b="0">
                <a:solidFill>
                  <a:srgbClr val="173744"/>
                </a:solidFill>
                <a:latin typeface="Arial"/>
                <a:ea typeface="Arial"/>
                <a:cs typeface="Arial"/>
              </a:defRPr>
            </a:lvl2pPr>
            <a:lvl3pPr algn="l">
              <a:defRPr sz="2100" b="0">
                <a:solidFill>
                  <a:srgbClr val="173744"/>
                </a:solidFill>
                <a:latin typeface="Arial"/>
                <a:ea typeface="Arial"/>
                <a:cs typeface="Arial"/>
              </a:defRPr>
            </a:lvl3pPr>
            <a:lvl4pPr algn="l">
              <a:defRPr sz="2100" b="0">
                <a:solidFill>
                  <a:srgbClr val="173744"/>
                </a:solidFill>
                <a:latin typeface="Arial"/>
                <a:ea typeface="Arial"/>
                <a:cs typeface="Arial"/>
              </a:defRPr>
            </a:lvl4pPr>
            <a:lvl5pPr algn="l">
              <a:defRPr sz="2100" b="0">
                <a:solidFill>
                  <a:srgbClr val="173744"/>
                </a:solidFill>
                <a:latin typeface="Arial"/>
                <a:ea typeface="Arial"/>
                <a:cs typeface="Arial"/>
              </a:defRPr>
            </a:lvl5pPr>
            <a:lvl6pPr algn="l">
              <a:defRPr sz="2100" b="0">
                <a:solidFill>
                  <a:srgbClr val="173744"/>
                </a:solidFill>
                <a:latin typeface="Arial"/>
                <a:ea typeface="Arial"/>
                <a:cs typeface="Arial"/>
              </a:defRPr>
            </a:lvl6pPr>
            <a:lvl7pPr algn="l">
              <a:defRPr sz="2100" b="0">
                <a:solidFill>
                  <a:srgbClr val="173744"/>
                </a:solidFill>
                <a:latin typeface="Arial"/>
                <a:ea typeface="Arial"/>
                <a:cs typeface="Arial"/>
              </a:defRPr>
            </a:lvl7pPr>
            <a:lvl8pPr algn="l">
              <a:defRPr sz="2100" b="0">
                <a:solidFill>
                  <a:srgbClr val="173744"/>
                </a:solidFill>
                <a:latin typeface="Arial"/>
                <a:ea typeface="Arial"/>
                <a:cs typeface="Arial"/>
              </a:defRPr>
            </a:lvl8pPr>
            <a:lvl9pPr algn="l">
              <a:defRPr sz="2100" b="0">
                <a:solidFill>
                  <a:srgbClr val="173744"/>
                </a:solidFill>
                <a:latin typeface="Arial"/>
                <a:ea typeface="Arial"/>
                <a:cs typeface="Arial"/>
              </a:defRPr>
            </a:lvl9pPr>
          </a:lstStyle>
          <a:p xmlns:a="http://schemas.openxmlformats.org/drawingml/2006/main">
            <a:pPr algn="l">
              <a:defRPr sz="2100" b="0">
                <a:solidFill>
                  <a:srgbClr val="173744"/>
                </a:solidFill>
                <a:latin typeface="Arial"/>
                <a:ea typeface="Arial"/>
                <a:cs typeface="Arial"/>
              </a:defRPr>
            </a:pPr>
            <a:r>
              <a:rPr sz="2100" b="0">
                <a:solidFill>
                  <a:srgbClr val="173744"/>
                </a:solidFill>
                <a:latin typeface="Arial"/>
                <a:ea typeface="Arial"/>
                <a:cs typeface="Arial"/>
              </a:rPr>
              <a:t>Snapshot normalizado, hash y procedencia.</a:t>
            </a:r>
          </a:p>
        </p:txBody>
      </p:sp>
      <p:sp>
        <p:nvSpPr>
          <p:cNvPr id="6" name="text-56">
            <a:extLst xmlns:a="http://schemas.openxmlformats.org/drawingml/2006/main">
              <a:ext uri="{FF2B5EF4-FFF2-40B4-BE49-F238E27FC236}">
                <a16:creationId xmlns:a16="http://schemas.microsoft.com/office/drawing/2014/main" id="{E0E06941-A164-475C-9B61-0F7E4C9DEB2D}"/>
              </a:ext>
            </a:extLst>
          </p:cNvPr>
          <p:cNvSpPr>
            <a:spLocks xmlns:a="http://schemas.openxmlformats.org/drawingml/2006/main" noGrp="1"/>
          </p:cNvSpPr>
          <p:nvPr/>
        </p:nvSpPr>
        <p:spPr>
          <a:xfrm xmlns:a="http://schemas.openxmlformats.org/drawingml/2006/main">
            <a:off x="6638925" y="17335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8F7B"/>
                </a:solidFill>
                <a:latin typeface="Arial"/>
                <a:ea typeface="Arial"/>
                <a:cs typeface="Arial"/>
              </a:defRPr>
            </a:defPPr>
            <a:lvl1pPr algn="l">
              <a:defRPr sz="2625" b="1">
                <a:solidFill>
                  <a:srgbClr val="008F7B"/>
                </a:solidFill>
                <a:latin typeface="Arial"/>
                <a:ea typeface="Arial"/>
                <a:cs typeface="Arial"/>
              </a:defRPr>
            </a:lvl1pPr>
            <a:lvl2pPr algn="l">
              <a:defRPr sz="2625" b="1">
                <a:solidFill>
                  <a:srgbClr val="008F7B"/>
                </a:solidFill>
                <a:latin typeface="Arial"/>
                <a:ea typeface="Arial"/>
                <a:cs typeface="Arial"/>
              </a:defRPr>
            </a:lvl2pPr>
            <a:lvl3pPr algn="l">
              <a:defRPr sz="2625" b="1">
                <a:solidFill>
                  <a:srgbClr val="008F7B"/>
                </a:solidFill>
                <a:latin typeface="Arial"/>
                <a:ea typeface="Arial"/>
                <a:cs typeface="Arial"/>
              </a:defRPr>
            </a:lvl3pPr>
            <a:lvl4pPr algn="l">
              <a:defRPr sz="2625" b="1">
                <a:solidFill>
                  <a:srgbClr val="008F7B"/>
                </a:solidFill>
                <a:latin typeface="Arial"/>
                <a:ea typeface="Arial"/>
                <a:cs typeface="Arial"/>
              </a:defRPr>
            </a:lvl4pPr>
            <a:lvl5pPr algn="l">
              <a:defRPr sz="2625" b="1">
                <a:solidFill>
                  <a:srgbClr val="008F7B"/>
                </a:solidFill>
                <a:latin typeface="Arial"/>
                <a:ea typeface="Arial"/>
                <a:cs typeface="Arial"/>
              </a:defRPr>
            </a:lvl5pPr>
            <a:lvl6pPr algn="l">
              <a:defRPr sz="2625" b="1">
                <a:solidFill>
                  <a:srgbClr val="008F7B"/>
                </a:solidFill>
                <a:latin typeface="Arial"/>
                <a:ea typeface="Arial"/>
                <a:cs typeface="Arial"/>
              </a:defRPr>
            </a:lvl6pPr>
            <a:lvl7pPr algn="l">
              <a:defRPr sz="2625" b="1">
                <a:solidFill>
                  <a:srgbClr val="008F7B"/>
                </a:solidFill>
                <a:latin typeface="Arial"/>
                <a:ea typeface="Arial"/>
                <a:cs typeface="Arial"/>
              </a:defRPr>
            </a:lvl7pPr>
            <a:lvl8pPr algn="l">
              <a:defRPr sz="2625" b="1">
                <a:solidFill>
                  <a:srgbClr val="008F7B"/>
                </a:solidFill>
                <a:latin typeface="Arial"/>
                <a:ea typeface="Arial"/>
                <a:cs typeface="Arial"/>
              </a:defRPr>
            </a:lvl8pPr>
            <a:lvl9pPr algn="l">
              <a:defRPr sz="2625" b="1">
                <a:solidFill>
                  <a:srgbClr val="008F7B"/>
                </a:solidFill>
                <a:latin typeface="Arial"/>
                <a:ea typeface="Arial"/>
                <a:cs typeface="Arial"/>
              </a:defRPr>
            </a:lvl9pPr>
          </a:lstStyle>
          <a:p xmlns:a="http://schemas.openxmlformats.org/drawingml/2006/main">
            <a:pPr algn="l">
              <a:defRPr sz="2625" b="1">
                <a:solidFill>
                  <a:srgbClr val="008F7B"/>
                </a:solidFill>
                <a:latin typeface="Arial"/>
                <a:ea typeface="Arial"/>
                <a:cs typeface="Arial"/>
              </a:defRPr>
            </a:pPr>
            <a:r>
              <a:rPr sz="2625" b="1">
                <a:solidFill>
                  <a:srgbClr val="008F7B"/>
                </a:solidFill>
                <a:latin typeface="Arial"/>
                <a:ea typeface="Arial"/>
                <a:cs typeface="Arial"/>
              </a:rPr>
              <a:t>Historial de cambios</a:t>
            </a:r>
          </a:p>
        </p:txBody>
      </p:sp>
      <p:sp>
        <p:nvSpPr>
          <p:cNvPr id="7" name="text-57">
            <a:extLst xmlns:a="http://schemas.openxmlformats.org/drawingml/2006/main">
              <a:ext uri="{FF2B5EF4-FFF2-40B4-BE49-F238E27FC236}">
                <a16:creationId xmlns:a16="http://schemas.microsoft.com/office/drawing/2014/main" id="{696957BD-DED0-47A2-AFC8-7A6926D6A1A7}"/>
              </a:ext>
            </a:extLst>
          </p:cNvPr>
          <p:cNvSpPr>
            <a:spLocks xmlns:a="http://schemas.openxmlformats.org/drawingml/2006/main" noGrp="1"/>
          </p:cNvSpPr>
          <p:nvPr/>
        </p:nvSpPr>
        <p:spPr>
          <a:xfrm xmlns:a="http://schemas.openxmlformats.org/drawingml/2006/main">
            <a:off x="6638925" y="240982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3043"/>
                </a:solidFill>
                <a:latin typeface="Arial"/>
                <a:ea typeface="Arial"/>
                <a:cs typeface="Arial"/>
              </a:defRPr>
            </a:defPPr>
            <a:lvl1pPr algn="l">
              <a:defRPr sz="2325" b="1">
                <a:solidFill>
                  <a:srgbClr val="0B3043"/>
                </a:solidFill>
                <a:latin typeface="Arial"/>
                <a:ea typeface="Arial"/>
                <a:cs typeface="Arial"/>
              </a:defRPr>
            </a:lvl1pPr>
            <a:lvl2pPr algn="l">
              <a:defRPr sz="2325" b="1">
                <a:solidFill>
                  <a:srgbClr val="0B3043"/>
                </a:solidFill>
                <a:latin typeface="Arial"/>
                <a:ea typeface="Arial"/>
                <a:cs typeface="Arial"/>
              </a:defRPr>
            </a:lvl2pPr>
            <a:lvl3pPr algn="l">
              <a:defRPr sz="2325" b="1">
                <a:solidFill>
                  <a:srgbClr val="0B3043"/>
                </a:solidFill>
                <a:latin typeface="Arial"/>
                <a:ea typeface="Arial"/>
                <a:cs typeface="Arial"/>
              </a:defRPr>
            </a:lvl3pPr>
            <a:lvl4pPr algn="l">
              <a:defRPr sz="2325" b="1">
                <a:solidFill>
                  <a:srgbClr val="0B3043"/>
                </a:solidFill>
                <a:latin typeface="Arial"/>
                <a:ea typeface="Arial"/>
                <a:cs typeface="Arial"/>
              </a:defRPr>
            </a:lvl4pPr>
            <a:lvl5pPr algn="l">
              <a:defRPr sz="2325" b="1">
                <a:solidFill>
                  <a:srgbClr val="0B3043"/>
                </a:solidFill>
                <a:latin typeface="Arial"/>
                <a:ea typeface="Arial"/>
                <a:cs typeface="Arial"/>
              </a:defRPr>
            </a:lvl5pPr>
            <a:lvl6pPr algn="l">
              <a:defRPr sz="2325" b="1">
                <a:solidFill>
                  <a:srgbClr val="0B3043"/>
                </a:solidFill>
                <a:latin typeface="Arial"/>
                <a:ea typeface="Arial"/>
                <a:cs typeface="Arial"/>
              </a:defRPr>
            </a:lvl6pPr>
            <a:lvl7pPr algn="l">
              <a:defRPr sz="2325" b="1">
                <a:solidFill>
                  <a:srgbClr val="0B3043"/>
                </a:solidFill>
                <a:latin typeface="Arial"/>
                <a:ea typeface="Arial"/>
                <a:cs typeface="Arial"/>
              </a:defRPr>
            </a:lvl7pPr>
            <a:lvl8pPr algn="l">
              <a:defRPr sz="2325" b="1">
                <a:solidFill>
                  <a:srgbClr val="0B3043"/>
                </a:solidFill>
                <a:latin typeface="Arial"/>
                <a:ea typeface="Arial"/>
                <a:cs typeface="Arial"/>
              </a:defRPr>
            </a:lvl8pPr>
            <a:lvl9pPr algn="l">
              <a:defRPr sz="2325" b="1">
                <a:solidFill>
                  <a:srgbClr val="0B3043"/>
                </a:solidFill>
                <a:latin typeface="Arial"/>
                <a:ea typeface="Arial"/>
                <a:cs typeface="Arial"/>
              </a:defRPr>
            </a:lvl9pPr>
          </a:lstStyle>
          <a:p xmlns:a="http://schemas.openxmlformats.org/drawingml/2006/main">
            <a:pPr algn="l">
              <a:defRPr sz="2325" b="1">
                <a:solidFill>
                  <a:srgbClr val="0B3043"/>
                </a:solidFill>
                <a:latin typeface="Arial"/>
                <a:ea typeface="Arial"/>
                <a:cs typeface="Arial"/>
              </a:defRPr>
            </a:pPr>
            <a:r>
              <a:rPr sz="2325" b="1">
                <a:solidFill>
                  <a:srgbClr val="0B3043"/>
                </a:solidFill>
                <a:latin typeface="Arial"/>
                <a:ea typeface="Arial"/>
                <a:cs typeface="Arial"/>
              </a:rPr>
              <a:t>tender_versions</a:t>
            </a:r>
          </a:p>
        </p:txBody>
      </p:sp>
      <p:sp>
        <p:nvSpPr>
          <p:cNvPr id="8" name="text-58">
            <a:extLst xmlns:a="http://schemas.openxmlformats.org/drawingml/2006/main">
              <a:ext uri="{FF2B5EF4-FFF2-40B4-BE49-F238E27FC236}">
                <a16:creationId xmlns:a16="http://schemas.microsoft.com/office/drawing/2014/main" id="{96D0E832-ED12-4266-9B88-D781D20033C7}"/>
              </a:ext>
            </a:extLst>
          </p:cNvPr>
          <p:cNvSpPr>
            <a:spLocks xmlns:a="http://schemas.openxmlformats.org/drawingml/2006/main" noGrp="1"/>
          </p:cNvSpPr>
          <p:nvPr/>
        </p:nvSpPr>
        <p:spPr>
          <a:xfrm xmlns:a="http://schemas.openxmlformats.org/drawingml/2006/main">
            <a:off x="6638925" y="3000375"/>
            <a:ext cx="4762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744"/>
                </a:solidFill>
                <a:latin typeface="Arial"/>
                <a:ea typeface="Arial"/>
                <a:cs typeface="Arial"/>
              </a:defRPr>
            </a:defPPr>
            <a:lvl1pPr algn="l">
              <a:defRPr sz="2100" b="0">
                <a:solidFill>
                  <a:srgbClr val="173744"/>
                </a:solidFill>
                <a:latin typeface="Arial"/>
                <a:ea typeface="Arial"/>
                <a:cs typeface="Arial"/>
              </a:defRPr>
            </a:lvl1pPr>
            <a:lvl2pPr algn="l">
              <a:defRPr sz="2100" b="0">
                <a:solidFill>
                  <a:srgbClr val="173744"/>
                </a:solidFill>
                <a:latin typeface="Arial"/>
                <a:ea typeface="Arial"/>
                <a:cs typeface="Arial"/>
              </a:defRPr>
            </a:lvl2pPr>
            <a:lvl3pPr algn="l">
              <a:defRPr sz="2100" b="0">
                <a:solidFill>
                  <a:srgbClr val="173744"/>
                </a:solidFill>
                <a:latin typeface="Arial"/>
                <a:ea typeface="Arial"/>
                <a:cs typeface="Arial"/>
              </a:defRPr>
            </a:lvl3pPr>
            <a:lvl4pPr algn="l">
              <a:defRPr sz="2100" b="0">
                <a:solidFill>
                  <a:srgbClr val="173744"/>
                </a:solidFill>
                <a:latin typeface="Arial"/>
                <a:ea typeface="Arial"/>
                <a:cs typeface="Arial"/>
              </a:defRPr>
            </a:lvl4pPr>
            <a:lvl5pPr algn="l">
              <a:defRPr sz="2100" b="0">
                <a:solidFill>
                  <a:srgbClr val="173744"/>
                </a:solidFill>
                <a:latin typeface="Arial"/>
                <a:ea typeface="Arial"/>
                <a:cs typeface="Arial"/>
              </a:defRPr>
            </a:lvl5pPr>
            <a:lvl6pPr algn="l">
              <a:defRPr sz="2100" b="0">
                <a:solidFill>
                  <a:srgbClr val="173744"/>
                </a:solidFill>
                <a:latin typeface="Arial"/>
                <a:ea typeface="Arial"/>
                <a:cs typeface="Arial"/>
              </a:defRPr>
            </a:lvl6pPr>
            <a:lvl7pPr algn="l">
              <a:defRPr sz="2100" b="0">
                <a:solidFill>
                  <a:srgbClr val="173744"/>
                </a:solidFill>
                <a:latin typeface="Arial"/>
                <a:ea typeface="Arial"/>
                <a:cs typeface="Arial"/>
              </a:defRPr>
            </a:lvl7pPr>
            <a:lvl8pPr algn="l">
              <a:defRPr sz="2100" b="0">
                <a:solidFill>
                  <a:srgbClr val="173744"/>
                </a:solidFill>
                <a:latin typeface="Arial"/>
                <a:ea typeface="Arial"/>
                <a:cs typeface="Arial"/>
              </a:defRPr>
            </a:lvl8pPr>
            <a:lvl9pPr algn="l">
              <a:defRPr sz="2100" b="0">
                <a:solidFill>
                  <a:srgbClr val="173744"/>
                </a:solidFill>
                <a:latin typeface="Arial"/>
                <a:ea typeface="Arial"/>
                <a:cs typeface="Arial"/>
              </a:defRPr>
            </a:lvl9pPr>
          </a:lstStyle>
          <a:p xmlns:a="http://schemas.openxmlformats.org/drawingml/2006/main">
            <a:pPr algn="l">
              <a:defRPr sz="2100" b="0">
                <a:solidFill>
                  <a:srgbClr val="173744"/>
                </a:solidFill>
                <a:latin typeface="Arial"/>
                <a:ea typeface="Arial"/>
                <a:cs typeface="Arial"/>
              </a:defRPr>
            </a:pPr>
            <a:r>
              <a:rPr sz="2100" b="0">
                <a:solidFill>
                  <a:srgbClr val="173744"/>
                </a:solidFill>
                <a:latin typeface="Arial"/>
                <a:ea typeface="Arial"/>
                <a:cs typeface="Arial"/>
              </a:rPr>
              <a:t>Versiones inmutables identificadas por concurso y contenido.</a:t>
            </a:r>
          </a:p>
        </p:txBody>
      </p:sp>
      <p:sp>
        <p:nvSpPr>
          <p:cNvPr id="9" name="text-59">
            <a:extLst xmlns:a="http://schemas.openxmlformats.org/drawingml/2006/main">
              <a:ext uri="{FF2B5EF4-FFF2-40B4-BE49-F238E27FC236}">
                <a16:creationId xmlns:a16="http://schemas.microsoft.com/office/drawing/2014/main" id="{87188CA3-9C53-4195-83BD-5C54E42358E9}"/>
              </a:ext>
            </a:extLst>
          </p:cNvPr>
          <p:cNvSpPr>
            <a:spLocks xmlns:a="http://schemas.openxmlformats.org/drawingml/2006/main" noGrp="1"/>
          </p:cNvSpPr>
          <p:nvPr/>
        </p:nvSpPr>
        <p:spPr>
          <a:xfrm xmlns:a="http://schemas.openxmlformats.org/drawingml/2006/main">
            <a:off x="609600" y="45720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B3043"/>
                </a:solidFill>
                <a:latin typeface="Arial"/>
                <a:ea typeface="Arial"/>
                <a:cs typeface="Arial"/>
              </a:defRPr>
            </a:defPPr>
            <a:lvl1pPr algn="l">
              <a:defRPr sz="2850" b="1">
                <a:solidFill>
                  <a:srgbClr val="0B3043"/>
                </a:solidFill>
                <a:latin typeface="Arial"/>
                <a:ea typeface="Arial"/>
                <a:cs typeface="Arial"/>
              </a:defRPr>
            </a:lvl1pPr>
            <a:lvl2pPr algn="l">
              <a:defRPr sz="2850" b="1">
                <a:solidFill>
                  <a:srgbClr val="0B3043"/>
                </a:solidFill>
                <a:latin typeface="Arial"/>
                <a:ea typeface="Arial"/>
                <a:cs typeface="Arial"/>
              </a:defRPr>
            </a:lvl2pPr>
            <a:lvl3pPr algn="l">
              <a:defRPr sz="2850" b="1">
                <a:solidFill>
                  <a:srgbClr val="0B3043"/>
                </a:solidFill>
                <a:latin typeface="Arial"/>
                <a:ea typeface="Arial"/>
                <a:cs typeface="Arial"/>
              </a:defRPr>
            </a:lvl3pPr>
            <a:lvl4pPr algn="l">
              <a:defRPr sz="2850" b="1">
                <a:solidFill>
                  <a:srgbClr val="0B3043"/>
                </a:solidFill>
                <a:latin typeface="Arial"/>
                <a:ea typeface="Arial"/>
                <a:cs typeface="Arial"/>
              </a:defRPr>
            </a:lvl4pPr>
            <a:lvl5pPr algn="l">
              <a:defRPr sz="2850" b="1">
                <a:solidFill>
                  <a:srgbClr val="0B3043"/>
                </a:solidFill>
                <a:latin typeface="Arial"/>
                <a:ea typeface="Arial"/>
                <a:cs typeface="Arial"/>
              </a:defRPr>
            </a:lvl5pPr>
            <a:lvl6pPr algn="l">
              <a:defRPr sz="2850" b="1">
                <a:solidFill>
                  <a:srgbClr val="0B3043"/>
                </a:solidFill>
                <a:latin typeface="Arial"/>
                <a:ea typeface="Arial"/>
                <a:cs typeface="Arial"/>
              </a:defRPr>
            </a:lvl6pPr>
            <a:lvl7pPr algn="l">
              <a:defRPr sz="2850" b="1">
                <a:solidFill>
                  <a:srgbClr val="0B3043"/>
                </a:solidFill>
                <a:latin typeface="Arial"/>
                <a:ea typeface="Arial"/>
                <a:cs typeface="Arial"/>
              </a:defRPr>
            </a:lvl7pPr>
            <a:lvl8pPr algn="l">
              <a:defRPr sz="2850" b="1">
                <a:solidFill>
                  <a:srgbClr val="0B3043"/>
                </a:solidFill>
                <a:latin typeface="Arial"/>
                <a:ea typeface="Arial"/>
                <a:cs typeface="Arial"/>
              </a:defRPr>
            </a:lvl8pPr>
            <a:lvl9pPr algn="l">
              <a:defRPr sz="2850" b="1">
                <a:solidFill>
                  <a:srgbClr val="0B3043"/>
                </a:solidFill>
                <a:latin typeface="Arial"/>
                <a:ea typeface="Arial"/>
                <a:cs typeface="Arial"/>
              </a:defRPr>
            </a:lvl9pPr>
          </a:lstStyle>
          <a:p xmlns:a="http://schemas.openxmlformats.org/drawingml/2006/main">
            <a:pPr algn="l">
              <a:defRPr sz="2850" b="1">
                <a:solidFill>
                  <a:srgbClr val="0B3043"/>
                </a:solidFill>
                <a:latin typeface="Arial"/>
                <a:ea typeface="Arial"/>
                <a:cs typeface="Arial"/>
              </a:defRPr>
            </a:pPr>
            <a:r>
              <a:rPr sz="2850" b="1">
                <a:solidFill>
                  <a:srgbClr val="0B3043"/>
                </a:solidFill>
                <a:latin typeface="Arial"/>
                <a:ea typeface="Arial"/>
                <a:cs typeface="Arial"/>
              </a:rPr>
              <a:t>Una transacción publica ambos estados</a:t>
            </a:r>
          </a:p>
        </p:txBody>
      </p:sp>
      <p:sp>
        <p:nvSpPr>
          <p:cNvPr id="10" name="text-60">
            <a:extLst xmlns:a="http://schemas.openxmlformats.org/drawingml/2006/main">
              <a:ext uri="{FF2B5EF4-FFF2-40B4-BE49-F238E27FC236}">
                <a16:creationId xmlns:a16="http://schemas.microsoft.com/office/drawing/2014/main" id="{6F8B20F9-E906-430B-A740-12D1A60CDF19}"/>
              </a:ext>
            </a:extLst>
          </p:cNvPr>
          <p:cNvSpPr>
            <a:spLocks xmlns:a="http://schemas.openxmlformats.org/drawingml/2006/main" noGrp="1"/>
          </p:cNvSpPr>
          <p:nvPr/>
        </p:nvSpPr>
        <p:spPr>
          <a:xfrm xmlns:a="http://schemas.openxmlformats.org/drawingml/2006/main">
            <a:off x="609600" y="5381625"/>
            <a:ext cx="1062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57078"/>
                </a:solidFill>
                <a:latin typeface="Arial"/>
                <a:ea typeface="Arial"/>
                <a:cs typeface="Arial"/>
              </a:defRPr>
            </a:defPPr>
            <a:lvl1pPr algn="l">
              <a:defRPr sz="2100" b="0">
                <a:solidFill>
                  <a:srgbClr val="557078"/>
                </a:solidFill>
                <a:latin typeface="Arial"/>
                <a:ea typeface="Arial"/>
                <a:cs typeface="Arial"/>
              </a:defRPr>
            </a:lvl1pPr>
            <a:lvl2pPr algn="l">
              <a:defRPr sz="2100" b="0">
                <a:solidFill>
                  <a:srgbClr val="557078"/>
                </a:solidFill>
                <a:latin typeface="Arial"/>
                <a:ea typeface="Arial"/>
                <a:cs typeface="Arial"/>
              </a:defRPr>
            </a:lvl2pPr>
            <a:lvl3pPr algn="l">
              <a:defRPr sz="2100" b="0">
                <a:solidFill>
                  <a:srgbClr val="557078"/>
                </a:solidFill>
                <a:latin typeface="Arial"/>
                <a:ea typeface="Arial"/>
                <a:cs typeface="Arial"/>
              </a:defRPr>
            </a:lvl3pPr>
            <a:lvl4pPr algn="l">
              <a:defRPr sz="2100" b="0">
                <a:solidFill>
                  <a:srgbClr val="557078"/>
                </a:solidFill>
                <a:latin typeface="Arial"/>
                <a:ea typeface="Arial"/>
                <a:cs typeface="Arial"/>
              </a:defRPr>
            </a:lvl4pPr>
            <a:lvl5pPr algn="l">
              <a:defRPr sz="2100" b="0">
                <a:solidFill>
                  <a:srgbClr val="557078"/>
                </a:solidFill>
                <a:latin typeface="Arial"/>
                <a:ea typeface="Arial"/>
                <a:cs typeface="Arial"/>
              </a:defRPr>
            </a:lvl5pPr>
            <a:lvl6pPr algn="l">
              <a:defRPr sz="2100" b="0">
                <a:solidFill>
                  <a:srgbClr val="557078"/>
                </a:solidFill>
                <a:latin typeface="Arial"/>
                <a:ea typeface="Arial"/>
                <a:cs typeface="Arial"/>
              </a:defRPr>
            </a:lvl6pPr>
            <a:lvl7pPr algn="l">
              <a:defRPr sz="2100" b="0">
                <a:solidFill>
                  <a:srgbClr val="557078"/>
                </a:solidFill>
                <a:latin typeface="Arial"/>
                <a:ea typeface="Arial"/>
                <a:cs typeface="Arial"/>
              </a:defRPr>
            </a:lvl7pPr>
            <a:lvl8pPr algn="l">
              <a:defRPr sz="2100" b="0">
                <a:solidFill>
                  <a:srgbClr val="557078"/>
                </a:solidFill>
                <a:latin typeface="Arial"/>
                <a:ea typeface="Arial"/>
                <a:cs typeface="Arial"/>
              </a:defRPr>
            </a:lvl8pPr>
            <a:lvl9pPr algn="l">
              <a:defRPr sz="2100" b="0">
                <a:solidFill>
                  <a:srgbClr val="557078"/>
                </a:solidFill>
                <a:latin typeface="Arial"/>
                <a:ea typeface="Arial"/>
                <a:cs typeface="Arial"/>
              </a:defRPr>
            </a:lvl9pPr>
          </a:lstStyle>
          <a:p xmlns:a="http://schemas.openxmlformats.org/drawingml/2006/main">
            <a:pPr algn="l">
              <a:defRPr sz="2100" b="0">
                <a:solidFill>
                  <a:srgbClr val="557078"/>
                </a:solidFill>
                <a:latin typeface="Arial"/>
                <a:ea typeface="Arial"/>
                <a:cs typeface="Arial"/>
              </a:defRPr>
            </a:pPr>
            <a:r>
              <a:rPr sz="2100" b="0">
                <a:solidFill>
                  <a:srgbClr val="557078"/>
                </a:solidFill>
                <a:latin typeface="Arial"/>
                <a:ea typeface="Arial"/>
                <a:cs typeface="Arial"/>
              </a:rPr>
              <a:t>Un fallo revierte la escritura. Los reintentos reutilizan identidades e índices únicos.</a:t>
            </a:r>
          </a:p>
        </p:txBody>
      </p:sp>
    </p:spTree>
    <p:extLst>
      <p:ext uri="{BB962C8B-B14F-4D97-AF65-F5344CB8AC3E}">
        <p14:creationId xmlns:p14="http://schemas.microsoft.com/office/powerpoint/2010/main" val="894360826"/>
      </p:ext>
    </p:extLst>
  </p:cSld>
</p:sld>
</file>

<file path=ppt/slides/slide9.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text-61">
            <a:extLst xmlns:a="http://schemas.openxmlformats.org/drawingml/2006/main">
              <a:ext uri="{FF2B5EF4-FFF2-40B4-BE49-F238E27FC236}">
                <a16:creationId xmlns:a16="http://schemas.microsoft.com/office/drawing/2014/main" id="{326E667E-951C-4B93-9AAB-5B25E9BF7D3E}"/>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0B3043"/>
                </a:solidFill>
                <a:latin typeface="Arial"/>
                <a:ea typeface="Arial"/>
                <a:cs typeface="Arial"/>
              </a:defRPr>
            </a:defPPr>
            <a:lvl1pPr algn="l">
              <a:defRPr sz="3375" b="1">
                <a:solidFill>
                  <a:srgbClr val="0B3043"/>
                </a:solidFill>
                <a:latin typeface="Arial"/>
                <a:ea typeface="Arial"/>
                <a:cs typeface="Arial"/>
              </a:defRPr>
            </a:lvl1pPr>
            <a:lvl2pPr algn="l">
              <a:defRPr sz="3375" b="1">
                <a:solidFill>
                  <a:srgbClr val="0B3043"/>
                </a:solidFill>
                <a:latin typeface="Arial"/>
                <a:ea typeface="Arial"/>
                <a:cs typeface="Arial"/>
              </a:defRPr>
            </a:lvl2pPr>
            <a:lvl3pPr algn="l">
              <a:defRPr sz="3375" b="1">
                <a:solidFill>
                  <a:srgbClr val="0B3043"/>
                </a:solidFill>
                <a:latin typeface="Arial"/>
                <a:ea typeface="Arial"/>
                <a:cs typeface="Arial"/>
              </a:defRPr>
            </a:lvl3pPr>
            <a:lvl4pPr algn="l">
              <a:defRPr sz="3375" b="1">
                <a:solidFill>
                  <a:srgbClr val="0B3043"/>
                </a:solidFill>
                <a:latin typeface="Arial"/>
                <a:ea typeface="Arial"/>
                <a:cs typeface="Arial"/>
              </a:defRPr>
            </a:lvl4pPr>
            <a:lvl5pPr algn="l">
              <a:defRPr sz="3375" b="1">
                <a:solidFill>
                  <a:srgbClr val="0B3043"/>
                </a:solidFill>
                <a:latin typeface="Arial"/>
                <a:ea typeface="Arial"/>
                <a:cs typeface="Arial"/>
              </a:defRPr>
            </a:lvl5pPr>
            <a:lvl6pPr algn="l">
              <a:defRPr sz="3375" b="1">
                <a:solidFill>
                  <a:srgbClr val="0B3043"/>
                </a:solidFill>
                <a:latin typeface="Arial"/>
                <a:ea typeface="Arial"/>
                <a:cs typeface="Arial"/>
              </a:defRPr>
            </a:lvl6pPr>
            <a:lvl7pPr algn="l">
              <a:defRPr sz="3375" b="1">
                <a:solidFill>
                  <a:srgbClr val="0B3043"/>
                </a:solidFill>
                <a:latin typeface="Arial"/>
                <a:ea typeface="Arial"/>
                <a:cs typeface="Arial"/>
              </a:defRPr>
            </a:lvl7pPr>
            <a:lvl8pPr algn="l">
              <a:defRPr sz="3375" b="1">
                <a:solidFill>
                  <a:srgbClr val="0B3043"/>
                </a:solidFill>
                <a:latin typeface="Arial"/>
                <a:ea typeface="Arial"/>
                <a:cs typeface="Arial"/>
              </a:defRPr>
            </a:lvl8pPr>
            <a:lvl9pPr algn="l">
              <a:defRPr sz="3375" b="1">
                <a:solidFill>
                  <a:srgbClr val="0B3043"/>
                </a:solidFill>
                <a:latin typeface="Arial"/>
                <a:ea typeface="Arial"/>
                <a:cs typeface="Arial"/>
              </a:defRPr>
            </a:lvl9pPr>
          </a:lstStyle>
          <a:p xmlns:a="http://schemas.openxmlformats.org/drawingml/2006/main">
            <a:pPr algn="l">
              <a:defRPr sz="3375" b="1">
                <a:solidFill>
                  <a:srgbClr val="0B3043"/>
                </a:solidFill>
                <a:latin typeface="Arial"/>
                <a:ea typeface="Arial"/>
                <a:cs typeface="Arial"/>
              </a:defRPr>
            </a:pPr>
            <a:r>
              <a:rPr sz="3375" b="1">
                <a:solidFill>
                  <a:srgbClr val="0B3043"/>
                </a:solidFill>
                <a:latin typeface="Arial"/>
                <a:ea typeface="Arial"/>
                <a:cs typeface="Arial"/>
              </a:rPr>
              <a:t>Las consultas conservan sus avances</a:t>
            </a:r>
          </a:p>
        </p:txBody>
      </p:sp>
      <p:sp>
        <p:nvSpPr>
          <p:cNvPr id="2" name="text-62">
            <a:extLst xmlns:a="http://schemas.openxmlformats.org/drawingml/2006/main">
              <a:ext uri="{FF2B5EF4-FFF2-40B4-BE49-F238E27FC236}">
                <a16:creationId xmlns:a16="http://schemas.microsoft.com/office/drawing/2014/main" id="{DF6FE7AD-1579-407F-9175-380DD62EE333}"/>
              </a:ext>
            </a:extLst>
          </p:cNvPr>
          <p:cNvSpPr>
            <a:spLocks xmlns:a="http://schemas.openxmlformats.org/drawingml/2006/main" noGrp="1"/>
          </p:cNvSpPr>
          <p:nvPr/>
        </p:nvSpPr>
        <p:spPr>
          <a:xfrm xmlns:a="http://schemas.openxmlformats.org/drawingml/2006/main">
            <a:off x="609600" y="6419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57078"/>
                </a:solidFill>
                <a:latin typeface="Arial"/>
                <a:ea typeface="Arial"/>
                <a:cs typeface="Arial"/>
              </a:defRPr>
            </a:defPPr>
            <a:lvl1pPr algn="r">
              <a:defRPr sz="1125" b="0">
                <a:solidFill>
                  <a:srgbClr val="557078"/>
                </a:solidFill>
                <a:latin typeface="Arial"/>
                <a:ea typeface="Arial"/>
                <a:cs typeface="Arial"/>
              </a:defRPr>
            </a:lvl1pPr>
            <a:lvl2pPr algn="r">
              <a:defRPr sz="1125" b="0">
                <a:solidFill>
                  <a:srgbClr val="557078"/>
                </a:solidFill>
                <a:latin typeface="Arial"/>
                <a:ea typeface="Arial"/>
                <a:cs typeface="Arial"/>
              </a:defRPr>
            </a:lvl2pPr>
            <a:lvl3pPr algn="r">
              <a:defRPr sz="1125" b="0">
                <a:solidFill>
                  <a:srgbClr val="557078"/>
                </a:solidFill>
                <a:latin typeface="Arial"/>
                <a:ea typeface="Arial"/>
                <a:cs typeface="Arial"/>
              </a:defRPr>
            </a:lvl3pPr>
            <a:lvl4pPr algn="r">
              <a:defRPr sz="1125" b="0">
                <a:solidFill>
                  <a:srgbClr val="557078"/>
                </a:solidFill>
                <a:latin typeface="Arial"/>
                <a:ea typeface="Arial"/>
                <a:cs typeface="Arial"/>
              </a:defRPr>
            </a:lvl4pPr>
            <a:lvl5pPr algn="r">
              <a:defRPr sz="1125" b="0">
                <a:solidFill>
                  <a:srgbClr val="557078"/>
                </a:solidFill>
                <a:latin typeface="Arial"/>
                <a:ea typeface="Arial"/>
                <a:cs typeface="Arial"/>
              </a:defRPr>
            </a:lvl5pPr>
            <a:lvl6pPr algn="r">
              <a:defRPr sz="1125" b="0">
                <a:solidFill>
                  <a:srgbClr val="557078"/>
                </a:solidFill>
                <a:latin typeface="Arial"/>
                <a:ea typeface="Arial"/>
                <a:cs typeface="Arial"/>
              </a:defRPr>
            </a:lvl6pPr>
            <a:lvl7pPr algn="r">
              <a:defRPr sz="1125" b="0">
                <a:solidFill>
                  <a:srgbClr val="557078"/>
                </a:solidFill>
                <a:latin typeface="Arial"/>
                <a:ea typeface="Arial"/>
                <a:cs typeface="Arial"/>
              </a:defRPr>
            </a:lvl7pPr>
            <a:lvl8pPr algn="r">
              <a:defRPr sz="1125" b="0">
                <a:solidFill>
                  <a:srgbClr val="557078"/>
                </a:solidFill>
                <a:latin typeface="Arial"/>
                <a:ea typeface="Arial"/>
                <a:cs typeface="Arial"/>
              </a:defRPr>
            </a:lvl8pPr>
            <a:lvl9pPr algn="r">
              <a:defRPr sz="1125" b="0">
                <a:solidFill>
                  <a:srgbClr val="557078"/>
                </a:solidFill>
                <a:latin typeface="Arial"/>
                <a:ea typeface="Arial"/>
                <a:cs typeface="Arial"/>
              </a:defRPr>
            </a:lvl9pPr>
          </a:lstStyle>
          <a:p xmlns:a="http://schemas.openxmlformats.org/drawingml/2006/main">
            <a:pPr algn="r">
              <a:defRPr sz="1125" b="0">
                <a:solidFill>
                  <a:srgbClr val="557078"/>
                </a:solidFill>
                <a:latin typeface="Arial"/>
                <a:ea typeface="Arial"/>
                <a:cs typeface="Arial"/>
              </a:defRPr>
            </a:pPr>
            <a:r>
              <a:rPr sz="1125" b="0">
                <a:solidFill>
                  <a:srgbClr val="557078"/>
                </a:solidFill>
                <a:latin typeface="Arial"/>
                <a:ea typeface="Arial"/>
                <a:cs typeface="Arial"/>
              </a:rPr>
              <a:t>Borrador v0.9.0   /   09</a:t>
            </a:r>
          </a:p>
        </p:txBody>
      </p:sp>
      <p:pic>
        <p:nvPicPr>
          <p:cNvPr id="3" name="">
            <a:extLst xmlns:a="http://schemas.openxmlformats.org/drawingml/2006/main">
              <a:ext uri="{FF2B5EF4-FFF2-40B4-BE49-F238E27FC236}">
                <a16:creationId xmlns:a16="http://schemas.microsoft.com/office/drawing/2014/main" id="{BA217A3E-6EEE-4F80-B24A-B304987088C9}"/>
              </a:ext>
            </a:extLst>
          </p:cNvPr>
          <p:cNvPicPr>
            <a:picLocks xmlns:a="http://schemas.openxmlformats.org/drawingml/2006/main" noChangeAspect="1"/>
          </p:cNvPicPr>
          <p:nvPr/>
        </p:nvPicPr>
        <p:blipFill>
          <a:blip xmlns:r="http://schemas.openxmlformats.org/officeDocument/2006/relationships" xmlns:a="http://schemas.openxmlformats.org/drawingml/2006/main" r:embed="R0fa63254aeec428f"/>
          <a:stretch xmlns:a="http://schemas.openxmlformats.org/drawingml/2006/main"/>
        </p:blipFill>
        <p:spPr>
          <a:xfrm xmlns:a="http://schemas.openxmlformats.org/drawingml/2006/main">
            <a:off x="982027" y="1647825"/>
            <a:ext cx="6827520" cy="4267200"/>
          </a:xfrm>
          <a:prstGeom xmlns:a="http://schemas.openxmlformats.org/drawingml/2006/main" prst="rect">
            <a:avLst/>
          </a:prstGeom>
        </p:spPr>
      </p:pic>
      <p:sp>
        <p:nvSpPr>
          <p:cNvPr id="4" name="text-63">
            <a:extLst xmlns:a="http://schemas.openxmlformats.org/drawingml/2006/main">
              <a:ext uri="{FF2B5EF4-FFF2-40B4-BE49-F238E27FC236}">
                <a16:creationId xmlns:a16="http://schemas.microsoft.com/office/drawing/2014/main" id="{5D74D4A9-5022-4F93-A39B-DA04F1A85CD5}"/>
              </a:ext>
            </a:extLst>
          </p:cNvPr>
          <p:cNvSpPr>
            <a:spLocks xmlns:a="http://schemas.openxmlformats.org/drawingml/2006/main" noGrp="1"/>
          </p:cNvSpPr>
          <p:nvPr/>
        </p:nvSpPr>
        <p:spPr>
          <a:xfrm xmlns:a="http://schemas.openxmlformats.org/drawingml/2006/main">
            <a:off x="8696325" y="1724025"/>
            <a:ext cx="2857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3043"/>
                </a:solidFill>
                <a:latin typeface="Arial"/>
                <a:ea typeface="Arial"/>
                <a:cs typeface="Arial"/>
              </a:defRPr>
            </a:defPPr>
            <a:lvl1pPr algn="l">
              <a:defRPr sz="2325" b="1">
                <a:solidFill>
                  <a:srgbClr val="0B3043"/>
                </a:solidFill>
                <a:latin typeface="Arial"/>
                <a:ea typeface="Arial"/>
                <a:cs typeface="Arial"/>
              </a:defRPr>
            </a:lvl1pPr>
            <a:lvl2pPr algn="l">
              <a:defRPr sz="2325" b="1">
                <a:solidFill>
                  <a:srgbClr val="0B3043"/>
                </a:solidFill>
                <a:latin typeface="Arial"/>
                <a:ea typeface="Arial"/>
                <a:cs typeface="Arial"/>
              </a:defRPr>
            </a:lvl2pPr>
            <a:lvl3pPr algn="l">
              <a:defRPr sz="2325" b="1">
                <a:solidFill>
                  <a:srgbClr val="0B3043"/>
                </a:solidFill>
                <a:latin typeface="Arial"/>
                <a:ea typeface="Arial"/>
                <a:cs typeface="Arial"/>
              </a:defRPr>
            </a:lvl3pPr>
            <a:lvl4pPr algn="l">
              <a:defRPr sz="2325" b="1">
                <a:solidFill>
                  <a:srgbClr val="0B3043"/>
                </a:solidFill>
                <a:latin typeface="Arial"/>
                <a:ea typeface="Arial"/>
                <a:cs typeface="Arial"/>
              </a:defRPr>
            </a:lvl4pPr>
            <a:lvl5pPr algn="l">
              <a:defRPr sz="2325" b="1">
                <a:solidFill>
                  <a:srgbClr val="0B3043"/>
                </a:solidFill>
                <a:latin typeface="Arial"/>
                <a:ea typeface="Arial"/>
                <a:cs typeface="Arial"/>
              </a:defRPr>
            </a:lvl5pPr>
            <a:lvl6pPr algn="l">
              <a:defRPr sz="2325" b="1">
                <a:solidFill>
                  <a:srgbClr val="0B3043"/>
                </a:solidFill>
                <a:latin typeface="Arial"/>
                <a:ea typeface="Arial"/>
                <a:cs typeface="Arial"/>
              </a:defRPr>
            </a:lvl6pPr>
            <a:lvl7pPr algn="l">
              <a:defRPr sz="2325" b="1">
                <a:solidFill>
                  <a:srgbClr val="0B3043"/>
                </a:solidFill>
                <a:latin typeface="Arial"/>
                <a:ea typeface="Arial"/>
                <a:cs typeface="Arial"/>
              </a:defRPr>
            </a:lvl7pPr>
            <a:lvl8pPr algn="l">
              <a:defRPr sz="2325" b="1">
                <a:solidFill>
                  <a:srgbClr val="0B3043"/>
                </a:solidFill>
                <a:latin typeface="Arial"/>
                <a:ea typeface="Arial"/>
                <a:cs typeface="Arial"/>
              </a:defRPr>
            </a:lvl8pPr>
            <a:lvl9pPr algn="l">
              <a:defRPr sz="2325" b="1">
                <a:solidFill>
                  <a:srgbClr val="0B3043"/>
                </a:solidFill>
                <a:latin typeface="Arial"/>
                <a:ea typeface="Arial"/>
                <a:cs typeface="Arial"/>
              </a:defRPr>
            </a:lvl9pPr>
          </a:lstStyle>
          <a:p xmlns:a="http://schemas.openxmlformats.org/drawingml/2006/main">
            <a:pPr algn="l">
              <a:defRPr sz="2325" b="1">
                <a:solidFill>
                  <a:srgbClr val="0B3043"/>
                </a:solidFill>
                <a:latin typeface="Arial"/>
                <a:ea typeface="Arial"/>
                <a:cs typeface="Arial"/>
              </a:defRPr>
            </a:pPr>
            <a:r>
              <a:rPr sz="2325" b="1">
                <a:solidFill>
                  <a:srgbClr val="0B3043"/>
                </a:solidFill>
                <a:latin typeface="Arial"/>
                <a:ea typeface="Arial"/>
                <a:cs typeface="Arial"/>
              </a:rPr>
              <a:t>Trabajos durables</a:t>
            </a:r>
          </a:p>
        </p:txBody>
      </p:sp>
      <p:sp>
        <p:nvSpPr>
          <p:cNvPr id="5" name="text-64">
            <a:extLst xmlns:a="http://schemas.openxmlformats.org/drawingml/2006/main">
              <a:ext uri="{FF2B5EF4-FFF2-40B4-BE49-F238E27FC236}">
                <a16:creationId xmlns:a16="http://schemas.microsoft.com/office/drawing/2014/main" id="{F9056011-5C76-4A47-ABF8-D40D8B6835B8}"/>
              </a:ext>
            </a:extLst>
          </p:cNvPr>
          <p:cNvSpPr>
            <a:spLocks xmlns:a="http://schemas.openxmlformats.org/drawingml/2006/main" noGrp="1"/>
          </p:cNvSpPr>
          <p:nvPr/>
        </p:nvSpPr>
        <p:spPr>
          <a:xfrm xmlns:a="http://schemas.openxmlformats.org/drawingml/2006/main">
            <a:off x="8696325" y="2752725"/>
            <a:ext cx="27527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3744"/>
                </a:solidFill>
                <a:latin typeface="Arial"/>
                <a:ea typeface="Arial"/>
                <a:cs typeface="Arial"/>
              </a:defRPr>
            </a:defPPr>
            <a:lvl1pPr algn="l">
              <a:defRPr sz="2025" b="0">
                <a:solidFill>
                  <a:srgbClr val="173744"/>
                </a:solidFill>
                <a:latin typeface="Arial"/>
                <a:ea typeface="Arial"/>
                <a:cs typeface="Arial"/>
              </a:defRPr>
            </a:lvl1pPr>
            <a:lvl2pPr algn="l">
              <a:defRPr sz="2025" b="0">
                <a:solidFill>
                  <a:srgbClr val="173744"/>
                </a:solidFill>
                <a:latin typeface="Arial"/>
                <a:ea typeface="Arial"/>
                <a:cs typeface="Arial"/>
              </a:defRPr>
            </a:lvl2pPr>
            <a:lvl3pPr algn="l">
              <a:defRPr sz="2025" b="0">
                <a:solidFill>
                  <a:srgbClr val="173744"/>
                </a:solidFill>
                <a:latin typeface="Arial"/>
                <a:ea typeface="Arial"/>
                <a:cs typeface="Arial"/>
              </a:defRPr>
            </a:lvl3pPr>
            <a:lvl4pPr algn="l">
              <a:defRPr sz="2025" b="0">
                <a:solidFill>
                  <a:srgbClr val="173744"/>
                </a:solidFill>
                <a:latin typeface="Arial"/>
                <a:ea typeface="Arial"/>
                <a:cs typeface="Arial"/>
              </a:defRPr>
            </a:lvl4pPr>
            <a:lvl5pPr algn="l">
              <a:defRPr sz="2025" b="0">
                <a:solidFill>
                  <a:srgbClr val="173744"/>
                </a:solidFill>
                <a:latin typeface="Arial"/>
                <a:ea typeface="Arial"/>
                <a:cs typeface="Arial"/>
              </a:defRPr>
            </a:lvl5pPr>
            <a:lvl6pPr algn="l">
              <a:defRPr sz="2025" b="0">
                <a:solidFill>
                  <a:srgbClr val="173744"/>
                </a:solidFill>
                <a:latin typeface="Arial"/>
                <a:ea typeface="Arial"/>
                <a:cs typeface="Arial"/>
              </a:defRPr>
            </a:lvl6pPr>
            <a:lvl7pPr algn="l">
              <a:defRPr sz="2025" b="0">
                <a:solidFill>
                  <a:srgbClr val="173744"/>
                </a:solidFill>
                <a:latin typeface="Arial"/>
                <a:ea typeface="Arial"/>
                <a:cs typeface="Arial"/>
              </a:defRPr>
            </a:lvl7pPr>
            <a:lvl8pPr algn="l">
              <a:defRPr sz="2025" b="0">
                <a:solidFill>
                  <a:srgbClr val="173744"/>
                </a:solidFill>
                <a:latin typeface="Arial"/>
                <a:ea typeface="Arial"/>
                <a:cs typeface="Arial"/>
              </a:defRPr>
            </a:lvl8pPr>
            <a:lvl9pPr algn="l">
              <a:defRPr sz="2025" b="0">
                <a:solidFill>
                  <a:srgbClr val="173744"/>
                </a:solidFill>
                <a:latin typeface="Arial"/>
                <a:ea typeface="Arial"/>
                <a:cs typeface="Arial"/>
              </a:defRPr>
            </a:lvl9pPr>
          </a:lstStyle>
          <a:p xmlns:a="http://schemas.openxmlformats.org/drawingml/2006/main">
            <a:pPr algn="l">
              <a:defRPr sz="2025" b="0">
                <a:solidFill>
                  <a:srgbClr val="173744"/>
                </a:solidFill>
                <a:latin typeface="Arial"/>
                <a:ea typeface="Arial"/>
                <a:cs typeface="Arial"/>
              </a:defRPr>
            </a:pPr>
            <a:r>
              <a:rPr sz="2025" b="0">
                <a:solidFill>
                  <a:srgbClr val="173744"/>
                </a:solidFill>
                <a:latin typeface="Arial"/>
                <a:ea typeface="Arial"/>
                <a:cs typeface="Arial"/>
              </a:rPr>
              <a:t>Leases, checkpoints e intentos permiten recuperar el procesamiento.</a:t>
            </a:r>
          </a:p>
        </p:txBody>
      </p:sp>
      <p:sp>
        <p:nvSpPr>
          <p:cNvPr id="6" name="text-65">
            <a:extLst xmlns:a="http://schemas.openxmlformats.org/drawingml/2006/main">
              <a:ext uri="{FF2B5EF4-FFF2-40B4-BE49-F238E27FC236}">
                <a16:creationId xmlns:a16="http://schemas.microsoft.com/office/drawing/2014/main" id="{86343BFB-EF07-491F-862F-207D3612AAC3}"/>
              </a:ext>
            </a:extLst>
          </p:cNvPr>
          <p:cNvSpPr>
            <a:spLocks xmlns:a="http://schemas.openxmlformats.org/drawingml/2006/main" noGrp="1"/>
          </p:cNvSpPr>
          <p:nvPr/>
        </p:nvSpPr>
        <p:spPr>
          <a:xfrm xmlns:a="http://schemas.openxmlformats.org/drawingml/2006/main">
            <a:off x="8696325" y="4476750"/>
            <a:ext cx="2838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8F7B"/>
                </a:solidFill>
                <a:latin typeface="Arial"/>
                <a:ea typeface="Arial"/>
                <a:cs typeface="Arial"/>
              </a:defRPr>
            </a:defPPr>
            <a:lvl1pPr algn="l">
              <a:defRPr sz="2100" b="1">
                <a:solidFill>
                  <a:srgbClr val="008F7B"/>
                </a:solidFill>
                <a:latin typeface="Arial"/>
                <a:ea typeface="Arial"/>
                <a:cs typeface="Arial"/>
              </a:defRPr>
            </a:lvl1pPr>
            <a:lvl2pPr algn="l">
              <a:defRPr sz="2100" b="1">
                <a:solidFill>
                  <a:srgbClr val="008F7B"/>
                </a:solidFill>
                <a:latin typeface="Arial"/>
                <a:ea typeface="Arial"/>
                <a:cs typeface="Arial"/>
              </a:defRPr>
            </a:lvl2pPr>
            <a:lvl3pPr algn="l">
              <a:defRPr sz="2100" b="1">
                <a:solidFill>
                  <a:srgbClr val="008F7B"/>
                </a:solidFill>
                <a:latin typeface="Arial"/>
                <a:ea typeface="Arial"/>
                <a:cs typeface="Arial"/>
              </a:defRPr>
            </a:lvl3pPr>
            <a:lvl4pPr algn="l">
              <a:defRPr sz="2100" b="1">
                <a:solidFill>
                  <a:srgbClr val="008F7B"/>
                </a:solidFill>
                <a:latin typeface="Arial"/>
                <a:ea typeface="Arial"/>
                <a:cs typeface="Arial"/>
              </a:defRPr>
            </a:lvl4pPr>
            <a:lvl5pPr algn="l">
              <a:defRPr sz="2100" b="1">
                <a:solidFill>
                  <a:srgbClr val="008F7B"/>
                </a:solidFill>
                <a:latin typeface="Arial"/>
                <a:ea typeface="Arial"/>
                <a:cs typeface="Arial"/>
              </a:defRPr>
            </a:lvl5pPr>
            <a:lvl6pPr algn="l">
              <a:defRPr sz="2100" b="1">
                <a:solidFill>
                  <a:srgbClr val="008F7B"/>
                </a:solidFill>
                <a:latin typeface="Arial"/>
                <a:ea typeface="Arial"/>
                <a:cs typeface="Arial"/>
              </a:defRPr>
            </a:lvl6pPr>
            <a:lvl7pPr algn="l">
              <a:defRPr sz="2100" b="1">
                <a:solidFill>
                  <a:srgbClr val="008F7B"/>
                </a:solidFill>
                <a:latin typeface="Arial"/>
                <a:ea typeface="Arial"/>
                <a:cs typeface="Arial"/>
              </a:defRPr>
            </a:lvl7pPr>
            <a:lvl8pPr algn="l">
              <a:defRPr sz="2100" b="1">
                <a:solidFill>
                  <a:srgbClr val="008F7B"/>
                </a:solidFill>
                <a:latin typeface="Arial"/>
                <a:ea typeface="Arial"/>
                <a:cs typeface="Arial"/>
              </a:defRPr>
            </a:lvl8pPr>
            <a:lvl9pPr algn="l">
              <a:defRPr sz="2100" b="1">
                <a:solidFill>
                  <a:srgbClr val="008F7B"/>
                </a:solidFill>
                <a:latin typeface="Arial"/>
                <a:ea typeface="Arial"/>
                <a:cs typeface="Arial"/>
              </a:defRPr>
            </a:lvl9pPr>
          </a:lstStyle>
          <a:p xmlns:a="http://schemas.openxmlformats.org/drawingml/2006/main">
            <a:pPr algn="l">
              <a:defRPr sz="2100" b="1">
                <a:solidFill>
                  <a:srgbClr val="008F7B"/>
                </a:solidFill>
                <a:latin typeface="Arial"/>
                <a:ea typeface="Arial"/>
                <a:cs typeface="Arial"/>
              </a:defRPr>
            </a:pPr>
            <a:r>
              <a:rPr sz="2100" b="1">
                <a:solidFill>
                  <a:srgbClr val="008F7B"/>
                </a:solidFill>
                <a:latin typeface="Arial"/>
                <a:ea typeface="Arial"/>
                <a:cs typeface="Arial"/>
              </a:rPr>
              <a:t>Redis puede fallar</a:t>
            </a:r>
          </a:p>
        </p:txBody>
      </p:sp>
      <p:sp>
        <p:nvSpPr>
          <p:cNvPr id="7" name="text-66">
            <a:extLst xmlns:a="http://schemas.openxmlformats.org/drawingml/2006/main">
              <a:ext uri="{FF2B5EF4-FFF2-40B4-BE49-F238E27FC236}">
                <a16:creationId xmlns:a16="http://schemas.microsoft.com/office/drawing/2014/main" id="{A9442F12-CC2D-44AA-AAB8-EC32EADB1A51}"/>
              </a:ext>
            </a:extLst>
          </p:cNvPr>
          <p:cNvSpPr>
            <a:spLocks xmlns:a="http://schemas.openxmlformats.org/drawingml/2006/main" noGrp="1"/>
          </p:cNvSpPr>
          <p:nvPr/>
        </p:nvSpPr>
        <p:spPr>
          <a:xfrm xmlns:a="http://schemas.openxmlformats.org/drawingml/2006/main">
            <a:off x="8696325" y="510540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744"/>
                </a:solidFill>
                <a:latin typeface="Arial"/>
                <a:ea typeface="Arial"/>
                <a:cs typeface="Arial"/>
              </a:defRPr>
            </a:defPPr>
            <a:lvl1pPr algn="l">
              <a:defRPr sz="1950" b="0">
                <a:solidFill>
                  <a:srgbClr val="173744"/>
                </a:solidFill>
                <a:latin typeface="Arial"/>
                <a:ea typeface="Arial"/>
                <a:cs typeface="Arial"/>
              </a:defRPr>
            </a:lvl1pPr>
            <a:lvl2pPr algn="l">
              <a:defRPr sz="1950" b="0">
                <a:solidFill>
                  <a:srgbClr val="173744"/>
                </a:solidFill>
                <a:latin typeface="Arial"/>
                <a:ea typeface="Arial"/>
                <a:cs typeface="Arial"/>
              </a:defRPr>
            </a:lvl2pPr>
            <a:lvl3pPr algn="l">
              <a:defRPr sz="1950" b="0">
                <a:solidFill>
                  <a:srgbClr val="173744"/>
                </a:solidFill>
                <a:latin typeface="Arial"/>
                <a:ea typeface="Arial"/>
                <a:cs typeface="Arial"/>
              </a:defRPr>
            </a:lvl3pPr>
            <a:lvl4pPr algn="l">
              <a:defRPr sz="1950" b="0">
                <a:solidFill>
                  <a:srgbClr val="173744"/>
                </a:solidFill>
                <a:latin typeface="Arial"/>
                <a:ea typeface="Arial"/>
                <a:cs typeface="Arial"/>
              </a:defRPr>
            </a:lvl4pPr>
            <a:lvl5pPr algn="l">
              <a:defRPr sz="1950" b="0">
                <a:solidFill>
                  <a:srgbClr val="173744"/>
                </a:solidFill>
                <a:latin typeface="Arial"/>
                <a:ea typeface="Arial"/>
                <a:cs typeface="Arial"/>
              </a:defRPr>
            </a:lvl5pPr>
            <a:lvl6pPr algn="l">
              <a:defRPr sz="1950" b="0">
                <a:solidFill>
                  <a:srgbClr val="173744"/>
                </a:solidFill>
                <a:latin typeface="Arial"/>
                <a:ea typeface="Arial"/>
                <a:cs typeface="Arial"/>
              </a:defRPr>
            </a:lvl6pPr>
            <a:lvl7pPr algn="l">
              <a:defRPr sz="1950" b="0">
                <a:solidFill>
                  <a:srgbClr val="173744"/>
                </a:solidFill>
                <a:latin typeface="Arial"/>
                <a:ea typeface="Arial"/>
                <a:cs typeface="Arial"/>
              </a:defRPr>
            </a:lvl7pPr>
            <a:lvl8pPr algn="l">
              <a:defRPr sz="1950" b="0">
                <a:solidFill>
                  <a:srgbClr val="173744"/>
                </a:solidFill>
                <a:latin typeface="Arial"/>
                <a:ea typeface="Arial"/>
                <a:cs typeface="Arial"/>
              </a:defRPr>
            </a:lvl8pPr>
            <a:lvl9pPr algn="l">
              <a:defRPr sz="1950" b="0">
                <a:solidFill>
                  <a:srgbClr val="173744"/>
                </a:solidFill>
                <a:latin typeface="Arial"/>
                <a:ea typeface="Arial"/>
                <a:cs typeface="Arial"/>
              </a:defRPr>
            </a:lvl9pPr>
          </a:lstStyle>
          <a:p xmlns:a="http://schemas.openxmlformats.org/drawingml/2006/main">
            <a:pPr algn="l">
              <a:defRPr sz="1950" b="0">
                <a:solidFill>
                  <a:srgbClr val="173744"/>
                </a:solidFill>
                <a:latin typeface="Arial"/>
                <a:ea typeface="Arial"/>
                <a:cs typeface="Arial"/>
              </a:defRPr>
            </a:pPr>
            <a:r>
              <a:rPr sz="1950" b="0">
                <a:solidFill>
                  <a:srgbClr val="173744"/>
                </a:solidFill>
                <a:latin typeface="Arial"/>
                <a:ea typeface="Arial"/>
                <a:cs typeface="Arial"/>
              </a:rPr>
              <a:t>El radar vuelve a calcular desde MongoDB.</a:t>
            </a:r>
          </a:p>
        </p:txBody>
      </p:sp>
    </p:spTree>
    <p:extLst>
      <p:ext uri="{BB962C8B-B14F-4D97-AF65-F5344CB8AC3E}">
        <p14:creationId xmlns:p14="http://schemas.microsoft.com/office/powerpoint/2010/main" val="935423915"/>
      </p:ext>
    </p:extLst>
  </p:cSld>
</p:sld>
</file>

<file path=ppt/slides/slide10.xml><?xml version="1.0" encoding="utf-8"?>
<p:sld xmlns:p="http://schemas.openxmlformats.org/presentationml/2006/main">
  <p:cSld>
    <p:bg>
      <p:bgPr>
        <a:solidFill xmlns:a="http://schemas.openxmlformats.org/drawingml/2006/main">
          <a:srgbClr val="0B3043"/>
        </a:solidFill>
      </p:bgPr>
    </p:bg>
    <p:spTree>
      <p:nvGrpSpPr>
        <p:cNvPr id="1" name=""/>
        <p:cNvGrpSpPr/>
        <p:nvPr/>
      </p:nvGrpSpPr>
      <p:grpSpPr>
        <a:xfrm xmlns:a="http://schemas.openxmlformats.org/drawingml/2006/main"/>
      </p:grpSpPr>
      <p:sp>
        <p:nvSpPr>
          <p:cNvPr id="10" name="text-67">
            <a:extLst xmlns:a="http://schemas.openxmlformats.org/drawingml/2006/main">
              <a:ext uri="{FF2B5EF4-FFF2-40B4-BE49-F238E27FC236}">
                <a16:creationId xmlns:a16="http://schemas.microsoft.com/office/drawing/2014/main" id="{9D113E6D-A775-45BD-93E1-C0593C030582}"/>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Evidencia técnica con alcance explícito</a:t>
            </a:r>
          </a:p>
        </p:txBody>
      </p:sp>
      <p:sp>
        <p:nvSpPr>
          <p:cNvPr id="2" name="text-68">
            <a:extLst xmlns:a="http://schemas.openxmlformats.org/drawingml/2006/main">
              <a:ext uri="{FF2B5EF4-FFF2-40B4-BE49-F238E27FC236}">
                <a16:creationId xmlns:a16="http://schemas.microsoft.com/office/drawing/2014/main" id="{03B13E49-A7A4-4795-919E-13092D0AD2D5}"/>
              </a:ext>
            </a:extLst>
          </p:cNvPr>
          <p:cNvSpPr>
            <a:spLocks xmlns:a="http://schemas.openxmlformats.org/drawingml/2006/main" noGrp="1"/>
          </p:cNvSpPr>
          <p:nvPr/>
        </p:nvSpPr>
        <p:spPr>
          <a:xfrm xmlns:a="http://schemas.openxmlformats.org/drawingml/2006/main">
            <a:off x="609600" y="6419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BCACF"/>
                </a:solidFill>
                <a:latin typeface="Arial"/>
                <a:ea typeface="Arial"/>
                <a:cs typeface="Arial"/>
              </a:defRPr>
            </a:defPPr>
            <a:lvl1pPr algn="r">
              <a:defRPr sz="1125" b="0">
                <a:solidFill>
                  <a:srgbClr val="BBCACF"/>
                </a:solidFill>
                <a:latin typeface="Arial"/>
                <a:ea typeface="Arial"/>
                <a:cs typeface="Arial"/>
              </a:defRPr>
            </a:lvl1pPr>
            <a:lvl2pPr algn="r">
              <a:defRPr sz="1125" b="0">
                <a:solidFill>
                  <a:srgbClr val="BBCACF"/>
                </a:solidFill>
                <a:latin typeface="Arial"/>
                <a:ea typeface="Arial"/>
                <a:cs typeface="Arial"/>
              </a:defRPr>
            </a:lvl2pPr>
            <a:lvl3pPr algn="r">
              <a:defRPr sz="1125" b="0">
                <a:solidFill>
                  <a:srgbClr val="BBCACF"/>
                </a:solidFill>
                <a:latin typeface="Arial"/>
                <a:ea typeface="Arial"/>
                <a:cs typeface="Arial"/>
              </a:defRPr>
            </a:lvl3pPr>
            <a:lvl4pPr algn="r">
              <a:defRPr sz="1125" b="0">
                <a:solidFill>
                  <a:srgbClr val="BBCACF"/>
                </a:solidFill>
                <a:latin typeface="Arial"/>
                <a:ea typeface="Arial"/>
                <a:cs typeface="Arial"/>
              </a:defRPr>
            </a:lvl4pPr>
            <a:lvl5pPr algn="r">
              <a:defRPr sz="1125" b="0">
                <a:solidFill>
                  <a:srgbClr val="BBCACF"/>
                </a:solidFill>
                <a:latin typeface="Arial"/>
                <a:ea typeface="Arial"/>
                <a:cs typeface="Arial"/>
              </a:defRPr>
            </a:lvl5pPr>
            <a:lvl6pPr algn="r">
              <a:defRPr sz="1125" b="0">
                <a:solidFill>
                  <a:srgbClr val="BBCACF"/>
                </a:solidFill>
                <a:latin typeface="Arial"/>
                <a:ea typeface="Arial"/>
                <a:cs typeface="Arial"/>
              </a:defRPr>
            </a:lvl6pPr>
            <a:lvl7pPr algn="r">
              <a:defRPr sz="1125" b="0">
                <a:solidFill>
                  <a:srgbClr val="BBCACF"/>
                </a:solidFill>
                <a:latin typeface="Arial"/>
                <a:ea typeface="Arial"/>
                <a:cs typeface="Arial"/>
              </a:defRPr>
            </a:lvl7pPr>
            <a:lvl8pPr algn="r">
              <a:defRPr sz="1125" b="0">
                <a:solidFill>
                  <a:srgbClr val="BBCACF"/>
                </a:solidFill>
                <a:latin typeface="Arial"/>
                <a:ea typeface="Arial"/>
                <a:cs typeface="Arial"/>
              </a:defRPr>
            </a:lvl8pPr>
            <a:lvl9pPr algn="r">
              <a:defRPr sz="1125" b="0">
                <a:solidFill>
                  <a:srgbClr val="BBCACF"/>
                </a:solidFill>
                <a:latin typeface="Arial"/>
                <a:ea typeface="Arial"/>
                <a:cs typeface="Arial"/>
              </a:defRPr>
            </a:lvl9pPr>
          </a:lstStyle>
          <a:p xmlns:a="http://schemas.openxmlformats.org/drawingml/2006/main">
            <a:pPr algn="r">
              <a:defRPr sz="1125" b="0">
                <a:solidFill>
                  <a:srgbClr val="BBCACF"/>
                </a:solidFill>
                <a:latin typeface="Arial"/>
                <a:ea typeface="Arial"/>
                <a:cs typeface="Arial"/>
              </a:defRPr>
            </a:pPr>
            <a:r>
              <a:rPr sz="1125" b="0">
                <a:solidFill>
                  <a:srgbClr val="BBCACF"/>
                </a:solidFill>
                <a:latin typeface="Arial"/>
                <a:ea typeface="Arial"/>
                <a:cs typeface="Arial"/>
              </a:rPr>
              <a:t>Borrador v0.9.0   /   10</a:t>
            </a:r>
          </a:p>
        </p:txBody>
      </p:sp>
      <p:sp>
        <p:nvSpPr>
          <p:cNvPr id="3" name="text-69">
            <a:extLst xmlns:a="http://schemas.openxmlformats.org/drawingml/2006/main">
              <a:ext uri="{FF2B5EF4-FFF2-40B4-BE49-F238E27FC236}">
                <a16:creationId xmlns:a16="http://schemas.microsoft.com/office/drawing/2014/main" id="{1E2D061D-8755-4310-963C-9210846D8FA0}"/>
              </a:ext>
            </a:extLst>
          </p:cNvPr>
          <p:cNvSpPr>
            <a:spLocks xmlns:a="http://schemas.openxmlformats.org/drawingml/2006/main" noGrp="1"/>
          </p:cNvSpPr>
          <p:nvPr/>
        </p:nvSpPr>
        <p:spPr>
          <a:xfrm xmlns:a="http://schemas.openxmlformats.org/drawingml/2006/main">
            <a:off x="609600" y="17145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A6D9CD"/>
                </a:solidFill>
                <a:latin typeface="Arial"/>
                <a:ea typeface="Arial"/>
                <a:cs typeface="Arial"/>
              </a:defRPr>
            </a:defPPr>
            <a:lvl1pPr algn="l">
              <a:defRPr sz="2100" b="0">
                <a:solidFill>
                  <a:srgbClr val="A6D9CD"/>
                </a:solidFill>
                <a:latin typeface="Arial"/>
                <a:ea typeface="Arial"/>
                <a:cs typeface="Arial"/>
              </a:defRPr>
            </a:lvl1pPr>
            <a:lvl2pPr algn="l">
              <a:defRPr sz="2100" b="0">
                <a:solidFill>
                  <a:srgbClr val="A6D9CD"/>
                </a:solidFill>
                <a:latin typeface="Arial"/>
                <a:ea typeface="Arial"/>
                <a:cs typeface="Arial"/>
              </a:defRPr>
            </a:lvl2pPr>
            <a:lvl3pPr algn="l">
              <a:defRPr sz="2100" b="0">
                <a:solidFill>
                  <a:srgbClr val="A6D9CD"/>
                </a:solidFill>
                <a:latin typeface="Arial"/>
                <a:ea typeface="Arial"/>
                <a:cs typeface="Arial"/>
              </a:defRPr>
            </a:lvl3pPr>
            <a:lvl4pPr algn="l">
              <a:defRPr sz="2100" b="0">
                <a:solidFill>
                  <a:srgbClr val="A6D9CD"/>
                </a:solidFill>
                <a:latin typeface="Arial"/>
                <a:ea typeface="Arial"/>
                <a:cs typeface="Arial"/>
              </a:defRPr>
            </a:lvl4pPr>
            <a:lvl5pPr algn="l">
              <a:defRPr sz="2100" b="0">
                <a:solidFill>
                  <a:srgbClr val="A6D9CD"/>
                </a:solidFill>
                <a:latin typeface="Arial"/>
                <a:ea typeface="Arial"/>
                <a:cs typeface="Arial"/>
              </a:defRPr>
            </a:lvl5pPr>
            <a:lvl6pPr algn="l">
              <a:defRPr sz="2100" b="0">
                <a:solidFill>
                  <a:srgbClr val="A6D9CD"/>
                </a:solidFill>
                <a:latin typeface="Arial"/>
                <a:ea typeface="Arial"/>
                <a:cs typeface="Arial"/>
              </a:defRPr>
            </a:lvl6pPr>
            <a:lvl7pPr algn="l">
              <a:defRPr sz="2100" b="0">
                <a:solidFill>
                  <a:srgbClr val="A6D9CD"/>
                </a:solidFill>
                <a:latin typeface="Arial"/>
                <a:ea typeface="Arial"/>
                <a:cs typeface="Arial"/>
              </a:defRPr>
            </a:lvl7pPr>
            <a:lvl8pPr algn="l">
              <a:defRPr sz="2100" b="0">
                <a:solidFill>
                  <a:srgbClr val="A6D9CD"/>
                </a:solidFill>
                <a:latin typeface="Arial"/>
                <a:ea typeface="Arial"/>
                <a:cs typeface="Arial"/>
              </a:defRPr>
            </a:lvl8pPr>
            <a:lvl9pPr algn="l">
              <a:defRPr sz="2100" b="0">
                <a:solidFill>
                  <a:srgbClr val="A6D9CD"/>
                </a:solidFill>
                <a:latin typeface="Arial"/>
                <a:ea typeface="Arial"/>
                <a:cs typeface="Arial"/>
              </a:defRPr>
            </a:lvl9pPr>
          </a:lstStyle>
          <a:p xmlns:a="http://schemas.openxmlformats.org/drawingml/2006/main">
            <a:pPr algn="l">
              <a:defRPr sz="2100" b="0">
                <a:solidFill>
                  <a:srgbClr val="A6D9CD"/>
                </a:solidFill>
                <a:latin typeface="Arial"/>
                <a:ea typeface="Arial"/>
                <a:cs typeface="Arial"/>
              </a:defRPr>
            </a:pPr>
            <a:r>
              <a:rPr sz="2100" b="0">
                <a:solidFill>
                  <a:srgbClr val="A6D9CD"/>
                </a:solidFill>
                <a:latin typeface="Arial"/>
                <a:ea typeface="Arial"/>
                <a:cs typeface="Arial"/>
              </a:rPr>
              <a:t>21 de octubre de 2026</a:t>
            </a:r>
          </a:p>
        </p:txBody>
      </p:sp>
      <p:sp>
        <p:nvSpPr>
          <p:cNvPr id="4" name="text-70">
            <a:extLst xmlns:a="http://schemas.openxmlformats.org/drawingml/2006/main">
              <a:ext uri="{FF2B5EF4-FFF2-40B4-BE49-F238E27FC236}">
                <a16:creationId xmlns:a16="http://schemas.microsoft.com/office/drawing/2014/main" id="{F30FBB06-AFB3-4209-9F4C-63B295F448E0}"/>
              </a:ext>
            </a:extLst>
          </p:cNvPr>
          <p:cNvSpPr>
            <a:spLocks xmlns:a="http://schemas.openxmlformats.org/drawingml/2006/main" noGrp="1"/>
          </p:cNvSpPr>
          <p:nvPr/>
        </p:nvSpPr>
        <p:spPr>
          <a:xfrm xmlns:a="http://schemas.openxmlformats.org/drawingml/2006/main">
            <a:off x="6943725" y="1714500"/>
            <a:ext cx="461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A6D9CD"/>
                </a:solidFill>
                <a:latin typeface="Arial"/>
                <a:ea typeface="Arial"/>
                <a:cs typeface="Arial"/>
              </a:defRPr>
            </a:defPPr>
            <a:lvl1pPr algn="l">
              <a:defRPr sz="2100" b="0">
                <a:solidFill>
                  <a:srgbClr val="A6D9CD"/>
                </a:solidFill>
                <a:latin typeface="Arial"/>
                <a:ea typeface="Arial"/>
                <a:cs typeface="Arial"/>
              </a:defRPr>
            </a:lvl1pPr>
            <a:lvl2pPr algn="l">
              <a:defRPr sz="2100" b="0">
                <a:solidFill>
                  <a:srgbClr val="A6D9CD"/>
                </a:solidFill>
                <a:latin typeface="Arial"/>
                <a:ea typeface="Arial"/>
                <a:cs typeface="Arial"/>
              </a:defRPr>
            </a:lvl2pPr>
            <a:lvl3pPr algn="l">
              <a:defRPr sz="2100" b="0">
                <a:solidFill>
                  <a:srgbClr val="A6D9CD"/>
                </a:solidFill>
                <a:latin typeface="Arial"/>
                <a:ea typeface="Arial"/>
                <a:cs typeface="Arial"/>
              </a:defRPr>
            </a:lvl3pPr>
            <a:lvl4pPr algn="l">
              <a:defRPr sz="2100" b="0">
                <a:solidFill>
                  <a:srgbClr val="A6D9CD"/>
                </a:solidFill>
                <a:latin typeface="Arial"/>
                <a:ea typeface="Arial"/>
                <a:cs typeface="Arial"/>
              </a:defRPr>
            </a:lvl4pPr>
            <a:lvl5pPr algn="l">
              <a:defRPr sz="2100" b="0">
                <a:solidFill>
                  <a:srgbClr val="A6D9CD"/>
                </a:solidFill>
                <a:latin typeface="Arial"/>
                <a:ea typeface="Arial"/>
                <a:cs typeface="Arial"/>
              </a:defRPr>
            </a:lvl5pPr>
            <a:lvl6pPr algn="l">
              <a:defRPr sz="2100" b="0">
                <a:solidFill>
                  <a:srgbClr val="A6D9CD"/>
                </a:solidFill>
                <a:latin typeface="Arial"/>
                <a:ea typeface="Arial"/>
                <a:cs typeface="Arial"/>
              </a:defRPr>
            </a:lvl6pPr>
            <a:lvl7pPr algn="l">
              <a:defRPr sz="2100" b="0">
                <a:solidFill>
                  <a:srgbClr val="A6D9CD"/>
                </a:solidFill>
                <a:latin typeface="Arial"/>
                <a:ea typeface="Arial"/>
                <a:cs typeface="Arial"/>
              </a:defRPr>
            </a:lvl7pPr>
            <a:lvl8pPr algn="l">
              <a:defRPr sz="2100" b="0">
                <a:solidFill>
                  <a:srgbClr val="A6D9CD"/>
                </a:solidFill>
                <a:latin typeface="Arial"/>
                <a:ea typeface="Arial"/>
                <a:cs typeface="Arial"/>
              </a:defRPr>
            </a:lvl8pPr>
            <a:lvl9pPr algn="l">
              <a:defRPr sz="2100" b="0">
                <a:solidFill>
                  <a:srgbClr val="A6D9CD"/>
                </a:solidFill>
                <a:latin typeface="Arial"/>
                <a:ea typeface="Arial"/>
                <a:cs typeface="Arial"/>
              </a:defRPr>
            </a:lvl9pPr>
          </a:lstStyle>
          <a:p xmlns:a="http://schemas.openxmlformats.org/drawingml/2006/main">
            <a:pPr algn="l">
              <a:defRPr sz="2100" b="0">
                <a:solidFill>
                  <a:srgbClr val="A6D9CD"/>
                </a:solidFill>
                <a:latin typeface="Arial"/>
                <a:ea typeface="Arial"/>
                <a:cs typeface="Arial"/>
              </a:defRPr>
            </a:pPr>
            <a:r>
              <a:rPr sz="2100" b="0">
                <a:solidFill>
                  <a:srgbClr val="A6D9CD"/>
                </a:solidFill>
                <a:latin typeface="Arial"/>
                <a:ea typeface="Arial"/>
                <a:cs typeface="Arial"/>
              </a:rPr>
              <a:t>18 de octubre de 2026</a:t>
            </a:r>
          </a:p>
        </p:txBody>
      </p:sp>
      <p:sp>
        <p:nvSpPr>
          <p:cNvPr id="5" name="text-71">
            <a:extLst xmlns:a="http://schemas.openxmlformats.org/drawingml/2006/main">
              <a:ext uri="{FF2B5EF4-FFF2-40B4-BE49-F238E27FC236}">
                <a16:creationId xmlns:a16="http://schemas.microsoft.com/office/drawing/2014/main" id="{A75CF651-8515-4B42-817B-D3668BC5E3C0}"/>
              </a:ext>
            </a:extLst>
          </p:cNvPr>
          <p:cNvSpPr>
            <a:spLocks xmlns:a="http://schemas.openxmlformats.org/drawingml/2006/main" noGrp="1"/>
          </p:cNvSpPr>
          <p:nvPr/>
        </p:nvSpPr>
        <p:spPr>
          <a:xfrm xmlns:a="http://schemas.openxmlformats.org/drawingml/2006/main">
            <a:off x="609600" y="2476500"/>
            <a:ext cx="4095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FFFFFF"/>
                </a:solidFill>
                <a:latin typeface="Arial"/>
                <a:ea typeface="Arial"/>
                <a:cs typeface="Arial"/>
              </a:defRPr>
            </a:defPPr>
            <a:lvl1pPr algn="l">
              <a:defRPr sz="6900" b="1">
                <a:solidFill>
                  <a:srgbClr val="FFFFFF"/>
                </a:solidFill>
                <a:latin typeface="Arial"/>
                <a:ea typeface="Arial"/>
                <a:cs typeface="Arial"/>
              </a:defRPr>
            </a:lvl1pPr>
            <a:lvl2pPr algn="l">
              <a:defRPr sz="6900" b="1">
                <a:solidFill>
                  <a:srgbClr val="FFFFFF"/>
                </a:solidFill>
                <a:latin typeface="Arial"/>
                <a:ea typeface="Arial"/>
                <a:cs typeface="Arial"/>
              </a:defRPr>
            </a:lvl2pPr>
            <a:lvl3pPr algn="l">
              <a:defRPr sz="6900" b="1">
                <a:solidFill>
                  <a:srgbClr val="FFFFFF"/>
                </a:solidFill>
                <a:latin typeface="Arial"/>
                <a:ea typeface="Arial"/>
                <a:cs typeface="Arial"/>
              </a:defRPr>
            </a:lvl3pPr>
            <a:lvl4pPr algn="l">
              <a:defRPr sz="6900" b="1">
                <a:solidFill>
                  <a:srgbClr val="FFFFFF"/>
                </a:solidFill>
                <a:latin typeface="Arial"/>
                <a:ea typeface="Arial"/>
                <a:cs typeface="Arial"/>
              </a:defRPr>
            </a:lvl4pPr>
            <a:lvl5pPr algn="l">
              <a:defRPr sz="6900" b="1">
                <a:solidFill>
                  <a:srgbClr val="FFFFFF"/>
                </a:solidFill>
                <a:latin typeface="Arial"/>
                <a:ea typeface="Arial"/>
                <a:cs typeface="Arial"/>
              </a:defRPr>
            </a:lvl5pPr>
            <a:lvl6pPr algn="l">
              <a:defRPr sz="6900" b="1">
                <a:solidFill>
                  <a:srgbClr val="FFFFFF"/>
                </a:solidFill>
                <a:latin typeface="Arial"/>
                <a:ea typeface="Arial"/>
                <a:cs typeface="Arial"/>
              </a:defRPr>
            </a:lvl6pPr>
            <a:lvl7pPr algn="l">
              <a:defRPr sz="6900" b="1">
                <a:solidFill>
                  <a:srgbClr val="FFFFFF"/>
                </a:solidFill>
                <a:latin typeface="Arial"/>
                <a:ea typeface="Arial"/>
                <a:cs typeface="Arial"/>
              </a:defRPr>
            </a:lvl7pPr>
            <a:lvl8pPr algn="l">
              <a:defRPr sz="6900" b="1">
                <a:solidFill>
                  <a:srgbClr val="FFFFFF"/>
                </a:solidFill>
                <a:latin typeface="Arial"/>
                <a:ea typeface="Arial"/>
                <a:cs typeface="Arial"/>
              </a:defRPr>
            </a:lvl8pPr>
            <a:lvl9pPr algn="l">
              <a:defRPr sz="6900" b="1">
                <a:solidFill>
                  <a:srgbClr val="FFFFFF"/>
                </a:solidFill>
                <a:latin typeface="Arial"/>
                <a:ea typeface="Arial"/>
                <a:cs typeface="Arial"/>
              </a:defRPr>
            </a:lvl9pPr>
          </a:lstStyle>
          <a:p xmlns:a="http://schemas.openxmlformats.org/drawingml/2006/main">
            <a:pPr algn="l">
              <a:defRPr sz="6900" b="1">
                <a:solidFill>
                  <a:srgbClr val="FFFFFF"/>
                </a:solidFill>
                <a:latin typeface="Arial"/>
                <a:ea typeface="Arial"/>
                <a:cs typeface="Arial"/>
              </a:defRPr>
            </a:pPr>
            <a:r>
              <a:rPr sz="6900" b="1">
                <a:solidFill>
                  <a:srgbClr val="FFFFFF"/>
                </a:solidFill>
                <a:latin typeface="Arial"/>
                <a:ea typeface="Arial"/>
                <a:cs typeface="Arial"/>
              </a:rPr>
              <a:t>365</a:t>
            </a:r>
          </a:p>
        </p:txBody>
      </p:sp>
      <p:sp>
        <p:nvSpPr>
          <p:cNvPr id="6" name="text-72">
            <a:extLst xmlns:a="http://schemas.openxmlformats.org/drawingml/2006/main">
              <a:ext uri="{FF2B5EF4-FFF2-40B4-BE49-F238E27FC236}">
                <a16:creationId xmlns:a16="http://schemas.microsoft.com/office/drawing/2014/main" id="{15B8333F-1DF7-41E7-83CF-03EDF0A76DC0}"/>
              </a:ext>
            </a:extLst>
          </p:cNvPr>
          <p:cNvSpPr>
            <a:spLocks xmlns:a="http://schemas.openxmlformats.org/drawingml/2006/main" noGrp="1"/>
          </p:cNvSpPr>
          <p:nvPr/>
        </p:nvSpPr>
        <p:spPr>
          <a:xfrm xmlns:a="http://schemas.openxmlformats.org/drawingml/2006/main">
            <a:off x="609600" y="378142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pruebas de lógica y HTTP</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con dobles</a:t>
            </a:r>
          </a:p>
        </p:txBody>
      </p:sp>
      <p:sp>
        <p:nvSpPr>
          <p:cNvPr id="7" name="text-73">
            <a:extLst xmlns:a="http://schemas.openxmlformats.org/drawingml/2006/main">
              <a:ext uri="{FF2B5EF4-FFF2-40B4-BE49-F238E27FC236}">
                <a16:creationId xmlns:a16="http://schemas.microsoft.com/office/drawing/2014/main" id="{C1C2B318-CC7E-43DF-B9B1-0E4E474712B2}"/>
              </a:ext>
            </a:extLst>
          </p:cNvPr>
          <p:cNvSpPr>
            <a:spLocks xmlns:a="http://schemas.openxmlformats.org/drawingml/2006/main" noGrp="1"/>
          </p:cNvSpPr>
          <p:nvPr/>
        </p:nvSpPr>
        <p:spPr>
          <a:xfrm xmlns:a="http://schemas.openxmlformats.org/drawingml/2006/main">
            <a:off x="6943725" y="2476500"/>
            <a:ext cx="3762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FFFFFF"/>
                </a:solidFill>
                <a:latin typeface="Arial"/>
                <a:ea typeface="Arial"/>
                <a:cs typeface="Arial"/>
              </a:defRPr>
            </a:defPPr>
            <a:lvl1pPr algn="l">
              <a:defRPr sz="6900" b="1">
                <a:solidFill>
                  <a:srgbClr val="FFFFFF"/>
                </a:solidFill>
                <a:latin typeface="Arial"/>
                <a:ea typeface="Arial"/>
                <a:cs typeface="Arial"/>
              </a:defRPr>
            </a:lvl1pPr>
            <a:lvl2pPr algn="l">
              <a:defRPr sz="6900" b="1">
                <a:solidFill>
                  <a:srgbClr val="FFFFFF"/>
                </a:solidFill>
                <a:latin typeface="Arial"/>
                <a:ea typeface="Arial"/>
                <a:cs typeface="Arial"/>
              </a:defRPr>
            </a:lvl2pPr>
            <a:lvl3pPr algn="l">
              <a:defRPr sz="6900" b="1">
                <a:solidFill>
                  <a:srgbClr val="FFFFFF"/>
                </a:solidFill>
                <a:latin typeface="Arial"/>
                <a:ea typeface="Arial"/>
                <a:cs typeface="Arial"/>
              </a:defRPr>
            </a:lvl3pPr>
            <a:lvl4pPr algn="l">
              <a:defRPr sz="6900" b="1">
                <a:solidFill>
                  <a:srgbClr val="FFFFFF"/>
                </a:solidFill>
                <a:latin typeface="Arial"/>
                <a:ea typeface="Arial"/>
                <a:cs typeface="Arial"/>
              </a:defRPr>
            </a:lvl4pPr>
            <a:lvl5pPr algn="l">
              <a:defRPr sz="6900" b="1">
                <a:solidFill>
                  <a:srgbClr val="FFFFFF"/>
                </a:solidFill>
                <a:latin typeface="Arial"/>
                <a:ea typeface="Arial"/>
                <a:cs typeface="Arial"/>
              </a:defRPr>
            </a:lvl5pPr>
            <a:lvl6pPr algn="l">
              <a:defRPr sz="6900" b="1">
                <a:solidFill>
                  <a:srgbClr val="FFFFFF"/>
                </a:solidFill>
                <a:latin typeface="Arial"/>
                <a:ea typeface="Arial"/>
                <a:cs typeface="Arial"/>
              </a:defRPr>
            </a:lvl6pPr>
            <a:lvl7pPr algn="l">
              <a:defRPr sz="6900" b="1">
                <a:solidFill>
                  <a:srgbClr val="FFFFFF"/>
                </a:solidFill>
                <a:latin typeface="Arial"/>
                <a:ea typeface="Arial"/>
                <a:cs typeface="Arial"/>
              </a:defRPr>
            </a:lvl7pPr>
            <a:lvl8pPr algn="l">
              <a:defRPr sz="6900" b="1">
                <a:solidFill>
                  <a:srgbClr val="FFFFFF"/>
                </a:solidFill>
                <a:latin typeface="Arial"/>
                <a:ea typeface="Arial"/>
                <a:cs typeface="Arial"/>
              </a:defRPr>
            </a:lvl8pPr>
            <a:lvl9pPr algn="l">
              <a:defRPr sz="6900" b="1">
                <a:solidFill>
                  <a:srgbClr val="FFFFFF"/>
                </a:solidFill>
                <a:latin typeface="Arial"/>
                <a:ea typeface="Arial"/>
                <a:cs typeface="Arial"/>
              </a:defRPr>
            </a:lvl9pPr>
          </a:lstStyle>
          <a:p xmlns:a="http://schemas.openxmlformats.org/drawingml/2006/main">
            <a:pPr algn="l">
              <a:defRPr sz="6900" b="1">
                <a:solidFill>
                  <a:srgbClr val="FFFFFF"/>
                </a:solidFill>
                <a:latin typeface="Arial"/>
                <a:ea typeface="Arial"/>
                <a:cs typeface="Arial"/>
              </a:defRPr>
            </a:pPr>
            <a:r>
              <a:rPr sz="6900" b="1">
                <a:solidFill>
                  <a:srgbClr val="FFFFFF"/>
                </a:solidFill>
                <a:latin typeface="Arial"/>
                <a:ea typeface="Arial"/>
                <a:cs typeface="Arial"/>
              </a:rPr>
              <a:t>9</a:t>
            </a:r>
          </a:p>
        </p:txBody>
      </p:sp>
      <p:sp>
        <p:nvSpPr>
          <p:cNvPr id="8" name="text-74">
            <a:extLst xmlns:a="http://schemas.openxmlformats.org/drawingml/2006/main">
              <a:ext uri="{FF2B5EF4-FFF2-40B4-BE49-F238E27FC236}">
                <a16:creationId xmlns:a16="http://schemas.microsoft.com/office/drawing/2014/main" id="{DC5F51A4-6ACC-49BB-B229-0BA3C0127FF5}"/>
              </a:ext>
            </a:extLst>
          </p:cNvPr>
          <p:cNvSpPr>
            <a:spLocks xmlns:a="http://schemas.openxmlformats.org/drawingml/2006/main" noGrp="1"/>
          </p:cNvSpPr>
          <p:nvPr/>
        </p:nvSpPr>
        <p:spPr>
          <a:xfrm xmlns:a="http://schemas.openxmlformats.org/drawingml/2006/main">
            <a:off x="6943725" y="3781425"/>
            <a:ext cx="4514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pruebas nativas de integración</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contra MongoDB Atlas</a:t>
            </a:r>
          </a:p>
        </p:txBody>
      </p:sp>
      <p:sp>
        <p:nvSpPr>
          <p:cNvPr id="9" name="text-75">
            <a:extLst xmlns:a="http://schemas.openxmlformats.org/drawingml/2006/main">
              <a:ext uri="{FF2B5EF4-FFF2-40B4-BE49-F238E27FC236}">
                <a16:creationId xmlns:a16="http://schemas.microsoft.com/office/drawing/2014/main" id="{58AC0896-5DE6-421F-B47F-647C3CA437D3}"/>
              </a:ext>
            </a:extLst>
          </p:cNvPr>
          <p:cNvSpPr>
            <a:spLocks xmlns:a="http://schemas.openxmlformats.org/drawingml/2006/main" noGrp="1"/>
          </p:cNvSpPr>
          <p:nvPr/>
        </p:nvSpPr>
        <p:spPr>
          <a:xfrm xmlns:a="http://schemas.openxmlformats.org/drawingml/2006/main">
            <a:off x="609600" y="5324475"/>
            <a:ext cx="108870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8D6DB"/>
                </a:solidFill>
                <a:latin typeface="Arial"/>
                <a:ea typeface="Arial"/>
                <a:cs typeface="Arial"/>
              </a:defRPr>
            </a:defPPr>
            <a:lvl1pPr algn="l">
              <a:defRPr sz="2025" b="0">
                <a:solidFill>
                  <a:srgbClr val="C8D6DB"/>
                </a:solidFill>
                <a:latin typeface="Arial"/>
                <a:ea typeface="Arial"/>
                <a:cs typeface="Arial"/>
              </a:defRPr>
            </a:lvl1pPr>
            <a:lvl2pPr algn="l">
              <a:defRPr sz="2025" b="0">
                <a:solidFill>
                  <a:srgbClr val="C8D6DB"/>
                </a:solidFill>
                <a:latin typeface="Arial"/>
                <a:ea typeface="Arial"/>
                <a:cs typeface="Arial"/>
              </a:defRPr>
            </a:lvl2pPr>
            <a:lvl3pPr algn="l">
              <a:defRPr sz="2025" b="0">
                <a:solidFill>
                  <a:srgbClr val="C8D6DB"/>
                </a:solidFill>
                <a:latin typeface="Arial"/>
                <a:ea typeface="Arial"/>
                <a:cs typeface="Arial"/>
              </a:defRPr>
            </a:lvl3pPr>
            <a:lvl4pPr algn="l">
              <a:defRPr sz="2025" b="0">
                <a:solidFill>
                  <a:srgbClr val="C8D6DB"/>
                </a:solidFill>
                <a:latin typeface="Arial"/>
                <a:ea typeface="Arial"/>
                <a:cs typeface="Arial"/>
              </a:defRPr>
            </a:lvl4pPr>
            <a:lvl5pPr algn="l">
              <a:defRPr sz="2025" b="0">
                <a:solidFill>
                  <a:srgbClr val="C8D6DB"/>
                </a:solidFill>
                <a:latin typeface="Arial"/>
                <a:ea typeface="Arial"/>
                <a:cs typeface="Arial"/>
              </a:defRPr>
            </a:lvl5pPr>
            <a:lvl6pPr algn="l">
              <a:defRPr sz="2025" b="0">
                <a:solidFill>
                  <a:srgbClr val="C8D6DB"/>
                </a:solidFill>
                <a:latin typeface="Arial"/>
                <a:ea typeface="Arial"/>
                <a:cs typeface="Arial"/>
              </a:defRPr>
            </a:lvl6pPr>
            <a:lvl7pPr algn="l">
              <a:defRPr sz="2025" b="0">
                <a:solidFill>
                  <a:srgbClr val="C8D6DB"/>
                </a:solidFill>
                <a:latin typeface="Arial"/>
                <a:ea typeface="Arial"/>
                <a:cs typeface="Arial"/>
              </a:defRPr>
            </a:lvl7pPr>
            <a:lvl8pPr algn="l">
              <a:defRPr sz="2025" b="0">
                <a:solidFill>
                  <a:srgbClr val="C8D6DB"/>
                </a:solidFill>
                <a:latin typeface="Arial"/>
                <a:ea typeface="Arial"/>
                <a:cs typeface="Arial"/>
              </a:defRPr>
            </a:lvl8pPr>
            <a:lvl9pPr algn="l">
              <a:defRPr sz="2025" b="0">
                <a:solidFill>
                  <a:srgbClr val="C8D6DB"/>
                </a:solidFill>
                <a:latin typeface="Arial"/>
                <a:ea typeface="Arial"/>
                <a:cs typeface="Arial"/>
              </a:defRPr>
            </a:lvl9pPr>
          </a:lstStyle>
          <a:p xmlns:a="http://schemas.openxmlformats.org/drawingml/2006/main">
            <a:pPr algn="l">
              <a:defRPr sz="2025" b="0">
                <a:solidFill>
                  <a:srgbClr val="C8D6DB"/>
                </a:solidFill>
                <a:latin typeface="Arial"/>
                <a:ea typeface="Arial"/>
                <a:cs typeface="Arial"/>
              </a:defRPr>
            </a:pPr>
            <a:r>
              <a:rPr sz="2025" b="0">
                <a:solidFill>
                  <a:srgbClr val="C8D6DB"/>
                </a:solidFill>
                <a:latin typeface="Arial"/>
                <a:ea typeface="Arial"/>
                <a:cs typeface="Arial"/>
              </a:rPr>
              <a:t>La integración corresponde al informe histórico de Atlas. El escenario de demo usa datos ficticios.</a:t>
            </a:r>
          </a:p>
        </p:txBody>
      </p:sp>
    </p:spTree>
    <p:extLst>
      <p:ext uri="{BB962C8B-B14F-4D97-AF65-F5344CB8AC3E}">
        <p14:creationId xmlns:p14="http://schemas.microsoft.com/office/powerpoint/2010/main" val="1934415330"/>
      </p:ext>
    </p:extLst>
  </p:cSld>
</p:sld>
</file>

<file path=ppt/slides/slide1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1" name="text-76">
            <a:extLst xmlns:a="http://schemas.openxmlformats.org/drawingml/2006/main">
              <a:ext uri="{FF2B5EF4-FFF2-40B4-BE49-F238E27FC236}">
                <a16:creationId xmlns:a16="http://schemas.microsoft.com/office/drawing/2014/main" id="{769A9613-63BC-4154-9DC0-F2547C9F48C8}"/>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0B3043"/>
                </a:solidFill>
                <a:latin typeface="Arial"/>
                <a:ea typeface="Arial"/>
                <a:cs typeface="Arial"/>
              </a:defRPr>
            </a:defPPr>
            <a:lvl1pPr algn="l">
              <a:defRPr sz="3375" b="1">
                <a:solidFill>
                  <a:srgbClr val="0B3043"/>
                </a:solidFill>
                <a:latin typeface="Arial"/>
                <a:ea typeface="Arial"/>
                <a:cs typeface="Arial"/>
              </a:defRPr>
            </a:lvl1pPr>
            <a:lvl2pPr algn="l">
              <a:defRPr sz="3375" b="1">
                <a:solidFill>
                  <a:srgbClr val="0B3043"/>
                </a:solidFill>
                <a:latin typeface="Arial"/>
                <a:ea typeface="Arial"/>
                <a:cs typeface="Arial"/>
              </a:defRPr>
            </a:lvl2pPr>
            <a:lvl3pPr algn="l">
              <a:defRPr sz="3375" b="1">
                <a:solidFill>
                  <a:srgbClr val="0B3043"/>
                </a:solidFill>
                <a:latin typeface="Arial"/>
                <a:ea typeface="Arial"/>
                <a:cs typeface="Arial"/>
              </a:defRPr>
            </a:lvl3pPr>
            <a:lvl4pPr algn="l">
              <a:defRPr sz="3375" b="1">
                <a:solidFill>
                  <a:srgbClr val="0B3043"/>
                </a:solidFill>
                <a:latin typeface="Arial"/>
                <a:ea typeface="Arial"/>
                <a:cs typeface="Arial"/>
              </a:defRPr>
            </a:lvl4pPr>
            <a:lvl5pPr algn="l">
              <a:defRPr sz="3375" b="1">
                <a:solidFill>
                  <a:srgbClr val="0B3043"/>
                </a:solidFill>
                <a:latin typeface="Arial"/>
                <a:ea typeface="Arial"/>
                <a:cs typeface="Arial"/>
              </a:defRPr>
            </a:lvl5pPr>
            <a:lvl6pPr algn="l">
              <a:defRPr sz="3375" b="1">
                <a:solidFill>
                  <a:srgbClr val="0B3043"/>
                </a:solidFill>
                <a:latin typeface="Arial"/>
                <a:ea typeface="Arial"/>
                <a:cs typeface="Arial"/>
              </a:defRPr>
            </a:lvl6pPr>
            <a:lvl7pPr algn="l">
              <a:defRPr sz="3375" b="1">
                <a:solidFill>
                  <a:srgbClr val="0B3043"/>
                </a:solidFill>
                <a:latin typeface="Arial"/>
                <a:ea typeface="Arial"/>
                <a:cs typeface="Arial"/>
              </a:defRPr>
            </a:lvl7pPr>
            <a:lvl8pPr algn="l">
              <a:defRPr sz="3375" b="1">
                <a:solidFill>
                  <a:srgbClr val="0B3043"/>
                </a:solidFill>
                <a:latin typeface="Arial"/>
                <a:ea typeface="Arial"/>
                <a:cs typeface="Arial"/>
              </a:defRPr>
            </a:lvl8pPr>
            <a:lvl9pPr algn="l">
              <a:defRPr sz="3375" b="1">
                <a:solidFill>
                  <a:srgbClr val="0B3043"/>
                </a:solidFill>
                <a:latin typeface="Arial"/>
                <a:ea typeface="Arial"/>
                <a:cs typeface="Arial"/>
              </a:defRPr>
            </a:lvl9pPr>
          </a:lstStyle>
          <a:p xmlns:a="http://schemas.openxmlformats.org/drawingml/2006/main">
            <a:pPr algn="l">
              <a:defRPr sz="3375" b="1">
                <a:solidFill>
                  <a:srgbClr val="0B3043"/>
                </a:solidFill>
                <a:latin typeface="Arial"/>
                <a:ea typeface="Arial"/>
                <a:cs typeface="Arial"/>
              </a:defRPr>
            </a:pPr>
            <a:r>
              <a:rPr sz="3375" b="1">
                <a:solidFill>
                  <a:srgbClr val="0B3043"/>
                </a:solidFill>
                <a:latin typeface="Arial"/>
                <a:ea typeface="Arial"/>
                <a:cs typeface="Arial"/>
              </a:rPr>
              <a:t>Roadmap después de la entrega</a:t>
            </a:r>
          </a:p>
        </p:txBody>
      </p:sp>
      <p:sp>
        <p:nvSpPr>
          <p:cNvPr id="2" name="text-77">
            <a:extLst xmlns:a="http://schemas.openxmlformats.org/drawingml/2006/main">
              <a:ext uri="{FF2B5EF4-FFF2-40B4-BE49-F238E27FC236}">
                <a16:creationId xmlns:a16="http://schemas.microsoft.com/office/drawing/2014/main" id="{B37E8B8D-542F-4E0C-8D8F-7A48EA190AA7}"/>
              </a:ext>
            </a:extLst>
          </p:cNvPr>
          <p:cNvSpPr>
            <a:spLocks xmlns:a="http://schemas.openxmlformats.org/drawingml/2006/main" noGrp="1"/>
          </p:cNvSpPr>
          <p:nvPr/>
        </p:nvSpPr>
        <p:spPr>
          <a:xfrm xmlns:a="http://schemas.openxmlformats.org/drawingml/2006/main">
            <a:off x="609600" y="6419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57078"/>
                </a:solidFill>
                <a:latin typeface="Arial"/>
                <a:ea typeface="Arial"/>
                <a:cs typeface="Arial"/>
              </a:defRPr>
            </a:defPPr>
            <a:lvl1pPr algn="r">
              <a:defRPr sz="1125" b="0">
                <a:solidFill>
                  <a:srgbClr val="557078"/>
                </a:solidFill>
                <a:latin typeface="Arial"/>
                <a:ea typeface="Arial"/>
                <a:cs typeface="Arial"/>
              </a:defRPr>
            </a:lvl1pPr>
            <a:lvl2pPr algn="r">
              <a:defRPr sz="1125" b="0">
                <a:solidFill>
                  <a:srgbClr val="557078"/>
                </a:solidFill>
                <a:latin typeface="Arial"/>
                <a:ea typeface="Arial"/>
                <a:cs typeface="Arial"/>
              </a:defRPr>
            </a:lvl2pPr>
            <a:lvl3pPr algn="r">
              <a:defRPr sz="1125" b="0">
                <a:solidFill>
                  <a:srgbClr val="557078"/>
                </a:solidFill>
                <a:latin typeface="Arial"/>
                <a:ea typeface="Arial"/>
                <a:cs typeface="Arial"/>
              </a:defRPr>
            </a:lvl3pPr>
            <a:lvl4pPr algn="r">
              <a:defRPr sz="1125" b="0">
                <a:solidFill>
                  <a:srgbClr val="557078"/>
                </a:solidFill>
                <a:latin typeface="Arial"/>
                <a:ea typeface="Arial"/>
                <a:cs typeface="Arial"/>
              </a:defRPr>
            </a:lvl4pPr>
            <a:lvl5pPr algn="r">
              <a:defRPr sz="1125" b="0">
                <a:solidFill>
                  <a:srgbClr val="557078"/>
                </a:solidFill>
                <a:latin typeface="Arial"/>
                <a:ea typeface="Arial"/>
                <a:cs typeface="Arial"/>
              </a:defRPr>
            </a:lvl5pPr>
            <a:lvl6pPr algn="r">
              <a:defRPr sz="1125" b="0">
                <a:solidFill>
                  <a:srgbClr val="557078"/>
                </a:solidFill>
                <a:latin typeface="Arial"/>
                <a:ea typeface="Arial"/>
                <a:cs typeface="Arial"/>
              </a:defRPr>
            </a:lvl6pPr>
            <a:lvl7pPr algn="r">
              <a:defRPr sz="1125" b="0">
                <a:solidFill>
                  <a:srgbClr val="557078"/>
                </a:solidFill>
                <a:latin typeface="Arial"/>
                <a:ea typeface="Arial"/>
                <a:cs typeface="Arial"/>
              </a:defRPr>
            </a:lvl7pPr>
            <a:lvl8pPr algn="r">
              <a:defRPr sz="1125" b="0">
                <a:solidFill>
                  <a:srgbClr val="557078"/>
                </a:solidFill>
                <a:latin typeface="Arial"/>
                <a:ea typeface="Arial"/>
                <a:cs typeface="Arial"/>
              </a:defRPr>
            </a:lvl8pPr>
            <a:lvl9pPr algn="r">
              <a:defRPr sz="1125" b="0">
                <a:solidFill>
                  <a:srgbClr val="557078"/>
                </a:solidFill>
                <a:latin typeface="Arial"/>
                <a:ea typeface="Arial"/>
                <a:cs typeface="Arial"/>
              </a:defRPr>
            </a:lvl9pPr>
          </a:lstStyle>
          <a:p xmlns:a="http://schemas.openxmlformats.org/drawingml/2006/main">
            <a:pPr algn="r">
              <a:defRPr sz="1125" b="0">
                <a:solidFill>
                  <a:srgbClr val="557078"/>
                </a:solidFill>
                <a:latin typeface="Arial"/>
                <a:ea typeface="Arial"/>
                <a:cs typeface="Arial"/>
              </a:defRPr>
            </a:pPr>
            <a:r>
              <a:rPr sz="1125" b="0">
                <a:solidFill>
                  <a:srgbClr val="557078"/>
                </a:solidFill>
                <a:latin typeface="Arial"/>
                <a:ea typeface="Arial"/>
                <a:cs typeface="Arial"/>
              </a:rPr>
              <a:t>Borrador v0.9.0   /   11</a:t>
            </a:r>
          </a:p>
        </p:txBody>
      </p:sp>
      <p:sp>
        <p:nvSpPr>
          <p:cNvPr id="3" name="text-78">
            <a:extLst xmlns:a="http://schemas.openxmlformats.org/drawingml/2006/main">
              <a:ext uri="{FF2B5EF4-FFF2-40B4-BE49-F238E27FC236}">
                <a16:creationId xmlns:a16="http://schemas.microsoft.com/office/drawing/2014/main" id="{68B1A665-B096-4A15-B1CC-FEBF458C3B1B}"/>
              </a:ext>
            </a:extLst>
          </p:cNvPr>
          <p:cNvSpPr>
            <a:spLocks xmlns:a="http://schemas.openxmlformats.org/drawingml/2006/main" noGrp="1"/>
          </p:cNvSpPr>
          <p:nvPr/>
        </p:nvSpPr>
        <p:spPr>
          <a:xfrm xmlns:a="http://schemas.openxmlformats.org/drawingml/2006/main">
            <a:off x="609600" y="175260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8F7B"/>
                </a:solidFill>
                <a:latin typeface="Arial"/>
                <a:ea typeface="Arial"/>
                <a:cs typeface="Arial"/>
              </a:defRPr>
            </a:defPPr>
            <a:lvl1pPr algn="l">
              <a:defRPr sz="2550" b="1">
                <a:solidFill>
                  <a:srgbClr val="008F7B"/>
                </a:solidFill>
                <a:latin typeface="Arial"/>
                <a:ea typeface="Arial"/>
                <a:cs typeface="Arial"/>
              </a:defRPr>
            </a:lvl1pPr>
            <a:lvl2pPr algn="l">
              <a:defRPr sz="2550" b="1">
                <a:solidFill>
                  <a:srgbClr val="008F7B"/>
                </a:solidFill>
                <a:latin typeface="Arial"/>
                <a:ea typeface="Arial"/>
                <a:cs typeface="Arial"/>
              </a:defRPr>
            </a:lvl2pPr>
            <a:lvl3pPr algn="l">
              <a:defRPr sz="2550" b="1">
                <a:solidFill>
                  <a:srgbClr val="008F7B"/>
                </a:solidFill>
                <a:latin typeface="Arial"/>
                <a:ea typeface="Arial"/>
                <a:cs typeface="Arial"/>
              </a:defRPr>
            </a:lvl3pPr>
            <a:lvl4pPr algn="l">
              <a:defRPr sz="2550" b="1">
                <a:solidFill>
                  <a:srgbClr val="008F7B"/>
                </a:solidFill>
                <a:latin typeface="Arial"/>
                <a:ea typeface="Arial"/>
                <a:cs typeface="Arial"/>
              </a:defRPr>
            </a:lvl4pPr>
            <a:lvl5pPr algn="l">
              <a:defRPr sz="2550" b="1">
                <a:solidFill>
                  <a:srgbClr val="008F7B"/>
                </a:solidFill>
                <a:latin typeface="Arial"/>
                <a:ea typeface="Arial"/>
                <a:cs typeface="Arial"/>
              </a:defRPr>
            </a:lvl5pPr>
            <a:lvl6pPr algn="l">
              <a:defRPr sz="2550" b="1">
                <a:solidFill>
                  <a:srgbClr val="008F7B"/>
                </a:solidFill>
                <a:latin typeface="Arial"/>
                <a:ea typeface="Arial"/>
                <a:cs typeface="Arial"/>
              </a:defRPr>
            </a:lvl6pPr>
            <a:lvl7pPr algn="l">
              <a:defRPr sz="2550" b="1">
                <a:solidFill>
                  <a:srgbClr val="008F7B"/>
                </a:solidFill>
                <a:latin typeface="Arial"/>
                <a:ea typeface="Arial"/>
                <a:cs typeface="Arial"/>
              </a:defRPr>
            </a:lvl7pPr>
            <a:lvl8pPr algn="l">
              <a:defRPr sz="2550" b="1">
                <a:solidFill>
                  <a:srgbClr val="008F7B"/>
                </a:solidFill>
                <a:latin typeface="Arial"/>
                <a:ea typeface="Arial"/>
                <a:cs typeface="Arial"/>
              </a:defRPr>
            </a:lvl8pPr>
            <a:lvl9pPr algn="l">
              <a:defRPr sz="2550" b="1">
                <a:solidFill>
                  <a:srgbClr val="008F7B"/>
                </a:solidFill>
                <a:latin typeface="Arial"/>
                <a:ea typeface="Arial"/>
                <a:cs typeface="Arial"/>
              </a:defRPr>
            </a:lvl9pPr>
          </a:lstStyle>
          <a:p xmlns:a="http://schemas.openxmlformats.org/drawingml/2006/main">
            <a:pPr algn="l">
              <a:defRPr sz="2550" b="1">
                <a:solidFill>
                  <a:srgbClr val="008F7B"/>
                </a:solidFill>
                <a:latin typeface="Arial"/>
                <a:ea typeface="Arial"/>
                <a:cs typeface="Arial"/>
              </a:defRPr>
            </a:pPr>
            <a:r>
              <a:rPr sz="2550" b="1">
                <a:solidFill>
                  <a:srgbClr val="008F7B"/>
                </a:solidFill>
                <a:latin typeface="Arial"/>
                <a:ea typeface="Arial"/>
                <a:cs typeface="Arial"/>
              </a:rPr>
              <a:t>Próxima validación</a:t>
            </a:r>
          </a:p>
        </p:txBody>
      </p:sp>
      <p:sp>
        <p:nvSpPr>
          <p:cNvPr id="4" name="text-79">
            <a:extLst xmlns:a="http://schemas.openxmlformats.org/drawingml/2006/main">
              <a:ext uri="{FF2B5EF4-FFF2-40B4-BE49-F238E27FC236}">
                <a16:creationId xmlns:a16="http://schemas.microsoft.com/office/drawing/2014/main" id="{C15CF069-D2EE-4FCB-A592-B1C049404709}"/>
              </a:ext>
            </a:extLst>
          </p:cNvPr>
          <p:cNvSpPr>
            <a:spLocks xmlns:a="http://schemas.openxmlformats.org/drawingml/2006/main" noGrp="1"/>
          </p:cNvSpPr>
          <p:nvPr/>
        </p:nvSpPr>
        <p:spPr>
          <a:xfrm xmlns:a="http://schemas.openxmlformats.org/drawingml/2006/main">
            <a:off x="609600" y="2476500"/>
            <a:ext cx="4762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73744"/>
                </a:solidFill>
                <a:latin typeface="Arial"/>
                <a:ea typeface="Arial"/>
                <a:cs typeface="Arial"/>
              </a:defRPr>
            </a:defPPr>
            <a:lvl1pPr algn="l">
              <a:defRPr sz="2325" b="0">
                <a:solidFill>
                  <a:srgbClr val="173744"/>
                </a:solidFill>
                <a:latin typeface="Arial"/>
                <a:ea typeface="Arial"/>
                <a:cs typeface="Arial"/>
              </a:defRPr>
            </a:lvl1pPr>
            <a:lvl2pPr algn="l">
              <a:defRPr sz="2325" b="0">
                <a:solidFill>
                  <a:srgbClr val="173744"/>
                </a:solidFill>
                <a:latin typeface="Arial"/>
                <a:ea typeface="Arial"/>
                <a:cs typeface="Arial"/>
              </a:defRPr>
            </a:lvl2pPr>
            <a:lvl3pPr algn="l">
              <a:defRPr sz="2325" b="0">
                <a:solidFill>
                  <a:srgbClr val="173744"/>
                </a:solidFill>
                <a:latin typeface="Arial"/>
                <a:ea typeface="Arial"/>
                <a:cs typeface="Arial"/>
              </a:defRPr>
            </a:lvl3pPr>
            <a:lvl4pPr algn="l">
              <a:defRPr sz="2325" b="0">
                <a:solidFill>
                  <a:srgbClr val="173744"/>
                </a:solidFill>
                <a:latin typeface="Arial"/>
                <a:ea typeface="Arial"/>
                <a:cs typeface="Arial"/>
              </a:defRPr>
            </a:lvl4pPr>
            <a:lvl5pPr algn="l">
              <a:defRPr sz="2325" b="0">
                <a:solidFill>
                  <a:srgbClr val="173744"/>
                </a:solidFill>
                <a:latin typeface="Arial"/>
                <a:ea typeface="Arial"/>
                <a:cs typeface="Arial"/>
              </a:defRPr>
            </a:lvl5pPr>
            <a:lvl6pPr algn="l">
              <a:defRPr sz="2325" b="0">
                <a:solidFill>
                  <a:srgbClr val="173744"/>
                </a:solidFill>
                <a:latin typeface="Arial"/>
                <a:ea typeface="Arial"/>
                <a:cs typeface="Arial"/>
              </a:defRPr>
            </a:lvl6pPr>
            <a:lvl7pPr algn="l">
              <a:defRPr sz="2325" b="0">
                <a:solidFill>
                  <a:srgbClr val="173744"/>
                </a:solidFill>
                <a:latin typeface="Arial"/>
                <a:ea typeface="Arial"/>
                <a:cs typeface="Arial"/>
              </a:defRPr>
            </a:lvl7pPr>
            <a:lvl8pPr algn="l">
              <a:defRPr sz="2325" b="0">
                <a:solidFill>
                  <a:srgbClr val="173744"/>
                </a:solidFill>
                <a:latin typeface="Arial"/>
                <a:ea typeface="Arial"/>
                <a:cs typeface="Arial"/>
              </a:defRPr>
            </a:lvl8pPr>
            <a:lvl9pPr algn="l">
              <a:defRPr sz="2325" b="0">
                <a:solidFill>
                  <a:srgbClr val="173744"/>
                </a:solidFill>
                <a:latin typeface="Arial"/>
                <a:ea typeface="Arial"/>
                <a:cs typeface="Arial"/>
              </a:defRPr>
            </a:lvl9pPr>
          </a:lstStyle>
          <a:p xmlns:a="http://schemas.openxmlformats.org/drawingml/2006/main">
            <a:pPr algn="l">
              <a:defRPr sz="2325" b="0">
                <a:solidFill>
                  <a:srgbClr val="173744"/>
                </a:solidFill>
                <a:latin typeface="Arial"/>
                <a:ea typeface="Arial"/>
                <a:cs typeface="Arial"/>
              </a:defRPr>
            </a:pPr>
            <a:r>
              <a:rPr sz="2325" b="0">
                <a:solidFill>
                  <a:srgbClr val="173744"/>
                </a:solidFill>
                <a:latin typeface="Arial"/>
                <a:ea typeface="Arial"/>
                <a:cs typeface="Arial"/>
              </a:rPr>
              <a:t>Observar tareas con PYMES y evaluar si comprenden las razones del radar.</a:t>
            </a:r>
          </a:p>
        </p:txBody>
      </p:sp>
      <p:sp>
        <p:nvSpPr>
          <p:cNvPr id="5" name="text-80">
            <a:extLst xmlns:a="http://schemas.openxmlformats.org/drawingml/2006/main">
              <a:ext uri="{FF2B5EF4-FFF2-40B4-BE49-F238E27FC236}">
                <a16:creationId xmlns:a16="http://schemas.microsoft.com/office/drawing/2014/main" id="{7D93FAAA-B1A3-423C-A5D9-39172AC31C88}"/>
              </a:ext>
            </a:extLst>
          </p:cNvPr>
          <p:cNvSpPr>
            <a:spLocks xmlns:a="http://schemas.openxmlformats.org/drawingml/2006/main" noGrp="1"/>
          </p:cNvSpPr>
          <p:nvPr/>
        </p:nvSpPr>
        <p:spPr>
          <a:xfrm xmlns:a="http://schemas.openxmlformats.org/drawingml/2006/main">
            <a:off x="609600" y="429577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3043"/>
                </a:solidFill>
                <a:latin typeface="Arial"/>
                <a:ea typeface="Arial"/>
                <a:cs typeface="Arial"/>
              </a:defRPr>
            </a:defPPr>
            <a:lvl1pPr algn="l">
              <a:defRPr sz="2325" b="1">
                <a:solidFill>
                  <a:srgbClr val="0B3043"/>
                </a:solidFill>
                <a:latin typeface="Arial"/>
                <a:ea typeface="Arial"/>
                <a:cs typeface="Arial"/>
              </a:defRPr>
            </a:lvl1pPr>
            <a:lvl2pPr algn="l">
              <a:defRPr sz="2325" b="1">
                <a:solidFill>
                  <a:srgbClr val="0B3043"/>
                </a:solidFill>
                <a:latin typeface="Arial"/>
                <a:ea typeface="Arial"/>
                <a:cs typeface="Arial"/>
              </a:defRPr>
            </a:lvl2pPr>
            <a:lvl3pPr algn="l">
              <a:defRPr sz="2325" b="1">
                <a:solidFill>
                  <a:srgbClr val="0B3043"/>
                </a:solidFill>
                <a:latin typeface="Arial"/>
                <a:ea typeface="Arial"/>
                <a:cs typeface="Arial"/>
              </a:defRPr>
            </a:lvl3pPr>
            <a:lvl4pPr algn="l">
              <a:defRPr sz="2325" b="1">
                <a:solidFill>
                  <a:srgbClr val="0B3043"/>
                </a:solidFill>
                <a:latin typeface="Arial"/>
                <a:ea typeface="Arial"/>
                <a:cs typeface="Arial"/>
              </a:defRPr>
            </a:lvl4pPr>
            <a:lvl5pPr algn="l">
              <a:defRPr sz="2325" b="1">
                <a:solidFill>
                  <a:srgbClr val="0B3043"/>
                </a:solidFill>
                <a:latin typeface="Arial"/>
                <a:ea typeface="Arial"/>
                <a:cs typeface="Arial"/>
              </a:defRPr>
            </a:lvl5pPr>
            <a:lvl6pPr algn="l">
              <a:defRPr sz="2325" b="1">
                <a:solidFill>
                  <a:srgbClr val="0B3043"/>
                </a:solidFill>
                <a:latin typeface="Arial"/>
                <a:ea typeface="Arial"/>
                <a:cs typeface="Arial"/>
              </a:defRPr>
            </a:lvl6pPr>
            <a:lvl7pPr algn="l">
              <a:defRPr sz="2325" b="1">
                <a:solidFill>
                  <a:srgbClr val="0B3043"/>
                </a:solidFill>
                <a:latin typeface="Arial"/>
                <a:ea typeface="Arial"/>
                <a:cs typeface="Arial"/>
              </a:defRPr>
            </a:lvl7pPr>
            <a:lvl8pPr algn="l">
              <a:defRPr sz="2325" b="1">
                <a:solidFill>
                  <a:srgbClr val="0B3043"/>
                </a:solidFill>
                <a:latin typeface="Arial"/>
                <a:ea typeface="Arial"/>
                <a:cs typeface="Arial"/>
              </a:defRPr>
            </a:lvl8pPr>
            <a:lvl9pPr algn="l">
              <a:defRPr sz="2325" b="1">
                <a:solidFill>
                  <a:srgbClr val="0B3043"/>
                </a:solidFill>
                <a:latin typeface="Arial"/>
                <a:ea typeface="Arial"/>
                <a:cs typeface="Arial"/>
              </a:defRPr>
            </a:lvl9pPr>
          </a:lstStyle>
          <a:p xmlns:a="http://schemas.openxmlformats.org/drawingml/2006/main">
            <a:pPr algn="l">
              <a:defRPr sz="2325" b="1">
                <a:solidFill>
                  <a:srgbClr val="0B3043"/>
                </a:solidFill>
                <a:latin typeface="Arial"/>
                <a:ea typeface="Arial"/>
                <a:cs typeface="Arial"/>
              </a:defRPr>
            </a:pPr>
            <a:r>
              <a:rPr sz="2325" b="1">
                <a:solidFill>
                  <a:srgbClr val="0B3043"/>
                </a:solidFill>
                <a:latin typeface="Arial"/>
                <a:ea typeface="Arial"/>
                <a:cs typeface="Arial"/>
              </a:rPr>
              <a:t>Calidad documental</a:t>
            </a:r>
          </a:p>
        </p:txBody>
      </p:sp>
      <p:sp>
        <p:nvSpPr>
          <p:cNvPr id="6" name="text-81">
            <a:extLst xmlns:a="http://schemas.openxmlformats.org/drawingml/2006/main">
              <a:ext uri="{FF2B5EF4-FFF2-40B4-BE49-F238E27FC236}">
                <a16:creationId xmlns:a16="http://schemas.microsoft.com/office/drawing/2014/main" id="{8DC6963D-AC8F-414D-A006-FA31369A2AFC}"/>
              </a:ext>
            </a:extLst>
          </p:cNvPr>
          <p:cNvSpPr>
            <a:spLocks xmlns:a="http://schemas.openxmlformats.org/drawingml/2006/main" noGrp="1"/>
          </p:cNvSpPr>
          <p:nvPr/>
        </p:nvSpPr>
        <p:spPr>
          <a:xfrm xmlns:a="http://schemas.openxmlformats.org/drawingml/2006/main">
            <a:off x="609600" y="4962525"/>
            <a:ext cx="4762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744"/>
                </a:solidFill>
                <a:latin typeface="Arial"/>
                <a:ea typeface="Arial"/>
                <a:cs typeface="Arial"/>
              </a:defRPr>
            </a:defPPr>
            <a:lvl1pPr algn="l">
              <a:defRPr sz="2100" b="0">
                <a:solidFill>
                  <a:srgbClr val="173744"/>
                </a:solidFill>
                <a:latin typeface="Arial"/>
                <a:ea typeface="Arial"/>
                <a:cs typeface="Arial"/>
              </a:defRPr>
            </a:lvl1pPr>
            <a:lvl2pPr algn="l">
              <a:defRPr sz="2100" b="0">
                <a:solidFill>
                  <a:srgbClr val="173744"/>
                </a:solidFill>
                <a:latin typeface="Arial"/>
                <a:ea typeface="Arial"/>
                <a:cs typeface="Arial"/>
              </a:defRPr>
            </a:lvl2pPr>
            <a:lvl3pPr algn="l">
              <a:defRPr sz="2100" b="0">
                <a:solidFill>
                  <a:srgbClr val="173744"/>
                </a:solidFill>
                <a:latin typeface="Arial"/>
                <a:ea typeface="Arial"/>
                <a:cs typeface="Arial"/>
              </a:defRPr>
            </a:lvl3pPr>
            <a:lvl4pPr algn="l">
              <a:defRPr sz="2100" b="0">
                <a:solidFill>
                  <a:srgbClr val="173744"/>
                </a:solidFill>
                <a:latin typeface="Arial"/>
                <a:ea typeface="Arial"/>
                <a:cs typeface="Arial"/>
              </a:defRPr>
            </a:lvl4pPr>
            <a:lvl5pPr algn="l">
              <a:defRPr sz="2100" b="0">
                <a:solidFill>
                  <a:srgbClr val="173744"/>
                </a:solidFill>
                <a:latin typeface="Arial"/>
                <a:ea typeface="Arial"/>
                <a:cs typeface="Arial"/>
              </a:defRPr>
            </a:lvl5pPr>
            <a:lvl6pPr algn="l">
              <a:defRPr sz="2100" b="0">
                <a:solidFill>
                  <a:srgbClr val="173744"/>
                </a:solidFill>
                <a:latin typeface="Arial"/>
                <a:ea typeface="Arial"/>
                <a:cs typeface="Arial"/>
              </a:defRPr>
            </a:lvl6pPr>
            <a:lvl7pPr algn="l">
              <a:defRPr sz="2100" b="0">
                <a:solidFill>
                  <a:srgbClr val="173744"/>
                </a:solidFill>
                <a:latin typeface="Arial"/>
                <a:ea typeface="Arial"/>
                <a:cs typeface="Arial"/>
              </a:defRPr>
            </a:lvl7pPr>
            <a:lvl8pPr algn="l">
              <a:defRPr sz="2100" b="0">
                <a:solidFill>
                  <a:srgbClr val="173744"/>
                </a:solidFill>
                <a:latin typeface="Arial"/>
                <a:ea typeface="Arial"/>
                <a:cs typeface="Arial"/>
              </a:defRPr>
            </a:lvl8pPr>
            <a:lvl9pPr algn="l">
              <a:defRPr sz="2100" b="0">
                <a:solidFill>
                  <a:srgbClr val="173744"/>
                </a:solidFill>
                <a:latin typeface="Arial"/>
                <a:ea typeface="Arial"/>
                <a:cs typeface="Arial"/>
              </a:defRPr>
            </a:lvl9pPr>
          </a:lstStyle>
          <a:p xmlns:a="http://schemas.openxmlformats.org/drawingml/2006/main">
            <a:pPr algn="l">
              <a:defRPr sz="2100" b="0">
                <a:solidFill>
                  <a:srgbClr val="173744"/>
                </a:solidFill>
                <a:latin typeface="Arial"/>
                <a:ea typeface="Arial"/>
                <a:cs typeface="Arial"/>
              </a:defRPr>
            </a:pPr>
            <a:r>
              <a:rPr sz="2100" b="0">
                <a:solidFill>
                  <a:srgbClr val="173744"/>
                </a:solidFill>
                <a:latin typeface="Arial"/>
                <a:ea typeface="Arial"/>
                <a:cs typeface="Arial"/>
              </a:rPr>
              <a:t>Ampliar muestras, referencias humanas y formatos compatibles.</a:t>
            </a:r>
          </a:p>
        </p:txBody>
      </p:sp>
      <p:sp>
        <p:nvSpPr>
          <p:cNvPr id="7" name="text-82">
            <a:extLst xmlns:a="http://schemas.openxmlformats.org/drawingml/2006/main">
              <a:ext uri="{FF2B5EF4-FFF2-40B4-BE49-F238E27FC236}">
                <a16:creationId xmlns:a16="http://schemas.microsoft.com/office/drawing/2014/main" id="{2BC072A2-B791-4B28-B76C-5743B97C15EC}"/>
              </a:ext>
            </a:extLst>
          </p:cNvPr>
          <p:cNvSpPr>
            <a:spLocks xmlns:a="http://schemas.openxmlformats.org/drawingml/2006/main" noGrp="1"/>
          </p:cNvSpPr>
          <p:nvPr/>
        </p:nvSpPr>
        <p:spPr>
          <a:xfrm xmlns:a="http://schemas.openxmlformats.org/drawingml/2006/main">
            <a:off x="6896100" y="1752600"/>
            <a:ext cx="4629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8F7B"/>
                </a:solidFill>
                <a:latin typeface="Arial"/>
                <a:ea typeface="Arial"/>
                <a:cs typeface="Arial"/>
              </a:defRPr>
            </a:defPPr>
            <a:lvl1pPr algn="l">
              <a:defRPr sz="2550" b="1">
                <a:solidFill>
                  <a:srgbClr val="008F7B"/>
                </a:solidFill>
                <a:latin typeface="Arial"/>
                <a:ea typeface="Arial"/>
                <a:cs typeface="Arial"/>
              </a:defRPr>
            </a:lvl1pPr>
            <a:lvl2pPr algn="l">
              <a:defRPr sz="2550" b="1">
                <a:solidFill>
                  <a:srgbClr val="008F7B"/>
                </a:solidFill>
                <a:latin typeface="Arial"/>
                <a:ea typeface="Arial"/>
                <a:cs typeface="Arial"/>
              </a:defRPr>
            </a:lvl2pPr>
            <a:lvl3pPr algn="l">
              <a:defRPr sz="2550" b="1">
                <a:solidFill>
                  <a:srgbClr val="008F7B"/>
                </a:solidFill>
                <a:latin typeface="Arial"/>
                <a:ea typeface="Arial"/>
                <a:cs typeface="Arial"/>
              </a:defRPr>
            </a:lvl3pPr>
            <a:lvl4pPr algn="l">
              <a:defRPr sz="2550" b="1">
                <a:solidFill>
                  <a:srgbClr val="008F7B"/>
                </a:solidFill>
                <a:latin typeface="Arial"/>
                <a:ea typeface="Arial"/>
                <a:cs typeface="Arial"/>
              </a:defRPr>
            </a:lvl4pPr>
            <a:lvl5pPr algn="l">
              <a:defRPr sz="2550" b="1">
                <a:solidFill>
                  <a:srgbClr val="008F7B"/>
                </a:solidFill>
                <a:latin typeface="Arial"/>
                <a:ea typeface="Arial"/>
                <a:cs typeface="Arial"/>
              </a:defRPr>
            </a:lvl5pPr>
            <a:lvl6pPr algn="l">
              <a:defRPr sz="2550" b="1">
                <a:solidFill>
                  <a:srgbClr val="008F7B"/>
                </a:solidFill>
                <a:latin typeface="Arial"/>
                <a:ea typeface="Arial"/>
                <a:cs typeface="Arial"/>
              </a:defRPr>
            </a:lvl6pPr>
            <a:lvl7pPr algn="l">
              <a:defRPr sz="2550" b="1">
                <a:solidFill>
                  <a:srgbClr val="008F7B"/>
                </a:solidFill>
                <a:latin typeface="Arial"/>
                <a:ea typeface="Arial"/>
                <a:cs typeface="Arial"/>
              </a:defRPr>
            </a:lvl7pPr>
            <a:lvl8pPr algn="l">
              <a:defRPr sz="2550" b="1">
                <a:solidFill>
                  <a:srgbClr val="008F7B"/>
                </a:solidFill>
                <a:latin typeface="Arial"/>
                <a:ea typeface="Arial"/>
                <a:cs typeface="Arial"/>
              </a:defRPr>
            </a:lvl8pPr>
            <a:lvl9pPr algn="l">
              <a:defRPr sz="2550" b="1">
                <a:solidFill>
                  <a:srgbClr val="008F7B"/>
                </a:solidFill>
                <a:latin typeface="Arial"/>
                <a:ea typeface="Arial"/>
                <a:cs typeface="Arial"/>
              </a:defRPr>
            </a:lvl9pPr>
          </a:lstStyle>
          <a:p xmlns:a="http://schemas.openxmlformats.org/drawingml/2006/main">
            <a:pPr algn="l">
              <a:defRPr sz="2550" b="1">
                <a:solidFill>
                  <a:srgbClr val="008F7B"/>
                </a:solidFill>
                <a:latin typeface="Arial"/>
                <a:ea typeface="Arial"/>
                <a:cs typeface="Arial"/>
              </a:defRPr>
            </a:pPr>
            <a:r>
              <a:rPr sz="2550" b="1">
                <a:solidFill>
                  <a:srgbClr val="008F7B"/>
                </a:solidFill>
                <a:latin typeface="Arial"/>
                <a:ea typeface="Arial"/>
                <a:cs typeface="Arial"/>
              </a:rPr>
              <a:t>Operación</a:t>
            </a:r>
          </a:p>
        </p:txBody>
      </p:sp>
      <p:sp>
        <p:nvSpPr>
          <p:cNvPr id="8" name="text-83">
            <a:extLst xmlns:a="http://schemas.openxmlformats.org/drawingml/2006/main">
              <a:ext uri="{FF2B5EF4-FFF2-40B4-BE49-F238E27FC236}">
                <a16:creationId xmlns:a16="http://schemas.microsoft.com/office/drawing/2014/main" id="{DA0AAB0C-D5BE-4E45-BC60-9EA9373A3AAA}"/>
              </a:ext>
            </a:extLst>
          </p:cNvPr>
          <p:cNvSpPr>
            <a:spLocks xmlns:a="http://schemas.openxmlformats.org/drawingml/2006/main" noGrp="1"/>
          </p:cNvSpPr>
          <p:nvPr/>
        </p:nvSpPr>
        <p:spPr>
          <a:xfrm xmlns:a="http://schemas.openxmlformats.org/drawingml/2006/main">
            <a:off x="6896100" y="2476500"/>
            <a:ext cx="4572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73744"/>
                </a:solidFill>
                <a:latin typeface="Arial"/>
                <a:ea typeface="Arial"/>
                <a:cs typeface="Arial"/>
              </a:defRPr>
            </a:defPPr>
            <a:lvl1pPr algn="l">
              <a:defRPr sz="2325" b="0">
                <a:solidFill>
                  <a:srgbClr val="173744"/>
                </a:solidFill>
                <a:latin typeface="Arial"/>
                <a:ea typeface="Arial"/>
                <a:cs typeface="Arial"/>
              </a:defRPr>
            </a:lvl1pPr>
            <a:lvl2pPr algn="l">
              <a:defRPr sz="2325" b="0">
                <a:solidFill>
                  <a:srgbClr val="173744"/>
                </a:solidFill>
                <a:latin typeface="Arial"/>
                <a:ea typeface="Arial"/>
                <a:cs typeface="Arial"/>
              </a:defRPr>
            </a:lvl2pPr>
            <a:lvl3pPr algn="l">
              <a:defRPr sz="2325" b="0">
                <a:solidFill>
                  <a:srgbClr val="173744"/>
                </a:solidFill>
                <a:latin typeface="Arial"/>
                <a:ea typeface="Arial"/>
                <a:cs typeface="Arial"/>
              </a:defRPr>
            </a:lvl3pPr>
            <a:lvl4pPr algn="l">
              <a:defRPr sz="2325" b="0">
                <a:solidFill>
                  <a:srgbClr val="173744"/>
                </a:solidFill>
                <a:latin typeface="Arial"/>
                <a:ea typeface="Arial"/>
                <a:cs typeface="Arial"/>
              </a:defRPr>
            </a:lvl4pPr>
            <a:lvl5pPr algn="l">
              <a:defRPr sz="2325" b="0">
                <a:solidFill>
                  <a:srgbClr val="173744"/>
                </a:solidFill>
                <a:latin typeface="Arial"/>
                <a:ea typeface="Arial"/>
                <a:cs typeface="Arial"/>
              </a:defRPr>
            </a:lvl5pPr>
            <a:lvl6pPr algn="l">
              <a:defRPr sz="2325" b="0">
                <a:solidFill>
                  <a:srgbClr val="173744"/>
                </a:solidFill>
                <a:latin typeface="Arial"/>
                <a:ea typeface="Arial"/>
                <a:cs typeface="Arial"/>
              </a:defRPr>
            </a:lvl6pPr>
            <a:lvl7pPr algn="l">
              <a:defRPr sz="2325" b="0">
                <a:solidFill>
                  <a:srgbClr val="173744"/>
                </a:solidFill>
                <a:latin typeface="Arial"/>
                <a:ea typeface="Arial"/>
                <a:cs typeface="Arial"/>
              </a:defRPr>
            </a:lvl7pPr>
            <a:lvl8pPr algn="l">
              <a:defRPr sz="2325" b="0">
                <a:solidFill>
                  <a:srgbClr val="173744"/>
                </a:solidFill>
                <a:latin typeface="Arial"/>
                <a:ea typeface="Arial"/>
                <a:cs typeface="Arial"/>
              </a:defRPr>
            </a:lvl8pPr>
            <a:lvl9pPr algn="l">
              <a:defRPr sz="2325" b="0">
                <a:solidFill>
                  <a:srgbClr val="173744"/>
                </a:solidFill>
                <a:latin typeface="Arial"/>
                <a:ea typeface="Arial"/>
                <a:cs typeface="Arial"/>
              </a:defRPr>
            </a:lvl9pPr>
          </a:lstStyle>
          <a:p xmlns:a="http://schemas.openxmlformats.org/drawingml/2006/main">
            <a:pPr algn="l">
              <a:defRPr sz="2325" b="0">
                <a:solidFill>
                  <a:srgbClr val="173744"/>
                </a:solidFill>
                <a:latin typeface="Arial"/>
                <a:ea typeface="Arial"/>
                <a:cs typeface="Arial"/>
              </a:defRPr>
            </a:pPr>
            <a:r>
              <a:rPr sz="2325" b="0">
                <a:solidFill>
                  <a:srgbClr val="173744"/>
                </a:solidFill>
                <a:latin typeface="Arial"/>
                <a:ea typeface="Arial"/>
                <a:cs typeface="Arial"/>
              </a:rPr>
              <a:t>Medir el recorrido completo y ensayar respaldo y restauración.</a:t>
            </a:r>
          </a:p>
        </p:txBody>
      </p:sp>
      <p:sp>
        <p:nvSpPr>
          <p:cNvPr id="9" name="text-84">
            <a:extLst xmlns:a="http://schemas.openxmlformats.org/drawingml/2006/main">
              <a:ext uri="{FF2B5EF4-FFF2-40B4-BE49-F238E27FC236}">
                <a16:creationId xmlns:a16="http://schemas.microsoft.com/office/drawing/2014/main" id="{51822331-3B42-47FB-BE70-B3541C191755}"/>
              </a:ext>
            </a:extLst>
          </p:cNvPr>
          <p:cNvSpPr>
            <a:spLocks xmlns:a="http://schemas.openxmlformats.org/drawingml/2006/main" noGrp="1"/>
          </p:cNvSpPr>
          <p:nvPr/>
        </p:nvSpPr>
        <p:spPr>
          <a:xfrm xmlns:a="http://schemas.openxmlformats.org/drawingml/2006/main">
            <a:off x="6896100" y="4295775"/>
            <a:ext cx="4629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3043"/>
                </a:solidFill>
                <a:latin typeface="Arial"/>
                <a:ea typeface="Arial"/>
                <a:cs typeface="Arial"/>
              </a:defRPr>
            </a:defPPr>
            <a:lvl1pPr algn="l">
              <a:defRPr sz="2325" b="1">
                <a:solidFill>
                  <a:srgbClr val="0B3043"/>
                </a:solidFill>
                <a:latin typeface="Arial"/>
                <a:ea typeface="Arial"/>
                <a:cs typeface="Arial"/>
              </a:defRPr>
            </a:lvl1pPr>
            <a:lvl2pPr algn="l">
              <a:defRPr sz="2325" b="1">
                <a:solidFill>
                  <a:srgbClr val="0B3043"/>
                </a:solidFill>
                <a:latin typeface="Arial"/>
                <a:ea typeface="Arial"/>
                <a:cs typeface="Arial"/>
              </a:defRPr>
            </a:lvl2pPr>
            <a:lvl3pPr algn="l">
              <a:defRPr sz="2325" b="1">
                <a:solidFill>
                  <a:srgbClr val="0B3043"/>
                </a:solidFill>
                <a:latin typeface="Arial"/>
                <a:ea typeface="Arial"/>
                <a:cs typeface="Arial"/>
              </a:defRPr>
            </a:lvl3pPr>
            <a:lvl4pPr algn="l">
              <a:defRPr sz="2325" b="1">
                <a:solidFill>
                  <a:srgbClr val="0B3043"/>
                </a:solidFill>
                <a:latin typeface="Arial"/>
                <a:ea typeface="Arial"/>
                <a:cs typeface="Arial"/>
              </a:defRPr>
            </a:lvl4pPr>
            <a:lvl5pPr algn="l">
              <a:defRPr sz="2325" b="1">
                <a:solidFill>
                  <a:srgbClr val="0B3043"/>
                </a:solidFill>
                <a:latin typeface="Arial"/>
                <a:ea typeface="Arial"/>
                <a:cs typeface="Arial"/>
              </a:defRPr>
            </a:lvl5pPr>
            <a:lvl6pPr algn="l">
              <a:defRPr sz="2325" b="1">
                <a:solidFill>
                  <a:srgbClr val="0B3043"/>
                </a:solidFill>
                <a:latin typeface="Arial"/>
                <a:ea typeface="Arial"/>
                <a:cs typeface="Arial"/>
              </a:defRPr>
            </a:lvl6pPr>
            <a:lvl7pPr algn="l">
              <a:defRPr sz="2325" b="1">
                <a:solidFill>
                  <a:srgbClr val="0B3043"/>
                </a:solidFill>
                <a:latin typeface="Arial"/>
                <a:ea typeface="Arial"/>
                <a:cs typeface="Arial"/>
              </a:defRPr>
            </a:lvl7pPr>
            <a:lvl8pPr algn="l">
              <a:defRPr sz="2325" b="1">
                <a:solidFill>
                  <a:srgbClr val="0B3043"/>
                </a:solidFill>
                <a:latin typeface="Arial"/>
                <a:ea typeface="Arial"/>
                <a:cs typeface="Arial"/>
              </a:defRPr>
            </a:lvl8pPr>
            <a:lvl9pPr algn="l">
              <a:defRPr sz="2325" b="1">
                <a:solidFill>
                  <a:srgbClr val="0B3043"/>
                </a:solidFill>
                <a:latin typeface="Arial"/>
                <a:ea typeface="Arial"/>
                <a:cs typeface="Arial"/>
              </a:defRPr>
            </a:lvl9pPr>
          </a:lstStyle>
          <a:p xmlns:a="http://schemas.openxmlformats.org/drawingml/2006/main">
            <a:pPr algn="l">
              <a:defRPr sz="2325" b="1">
                <a:solidFill>
                  <a:srgbClr val="0B3043"/>
                </a:solidFill>
                <a:latin typeface="Arial"/>
                <a:ea typeface="Arial"/>
                <a:cs typeface="Arial"/>
              </a:defRPr>
            </a:pPr>
            <a:r>
              <a:rPr sz="2325" b="1">
                <a:solidFill>
                  <a:srgbClr val="0B3043"/>
                </a:solidFill>
                <a:latin typeface="Arial"/>
                <a:ea typeface="Arial"/>
                <a:cs typeface="Arial"/>
              </a:rPr>
              <a:t>Nuevas capacidades</a:t>
            </a:r>
          </a:p>
        </p:txBody>
      </p:sp>
      <p:sp>
        <p:nvSpPr>
          <p:cNvPr id="10" name="text-85">
            <a:extLst xmlns:a="http://schemas.openxmlformats.org/drawingml/2006/main">
              <a:ext uri="{FF2B5EF4-FFF2-40B4-BE49-F238E27FC236}">
                <a16:creationId xmlns:a16="http://schemas.microsoft.com/office/drawing/2014/main" id="{65B07463-7420-4A7C-AC1E-56B34CEA6082}"/>
              </a:ext>
            </a:extLst>
          </p:cNvPr>
          <p:cNvSpPr>
            <a:spLocks xmlns:a="http://schemas.openxmlformats.org/drawingml/2006/main" noGrp="1"/>
          </p:cNvSpPr>
          <p:nvPr/>
        </p:nvSpPr>
        <p:spPr>
          <a:xfrm xmlns:a="http://schemas.openxmlformats.org/drawingml/2006/main">
            <a:off x="6896100" y="4962525"/>
            <a:ext cx="4572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744"/>
                </a:solidFill>
                <a:latin typeface="Arial"/>
                <a:ea typeface="Arial"/>
                <a:cs typeface="Arial"/>
              </a:defRPr>
            </a:defPPr>
            <a:lvl1pPr algn="l">
              <a:defRPr sz="2100" b="0">
                <a:solidFill>
                  <a:srgbClr val="173744"/>
                </a:solidFill>
                <a:latin typeface="Arial"/>
                <a:ea typeface="Arial"/>
                <a:cs typeface="Arial"/>
              </a:defRPr>
            </a:lvl1pPr>
            <a:lvl2pPr algn="l">
              <a:defRPr sz="2100" b="0">
                <a:solidFill>
                  <a:srgbClr val="173744"/>
                </a:solidFill>
                <a:latin typeface="Arial"/>
                <a:ea typeface="Arial"/>
                <a:cs typeface="Arial"/>
              </a:defRPr>
            </a:lvl2pPr>
            <a:lvl3pPr algn="l">
              <a:defRPr sz="2100" b="0">
                <a:solidFill>
                  <a:srgbClr val="173744"/>
                </a:solidFill>
                <a:latin typeface="Arial"/>
                <a:ea typeface="Arial"/>
                <a:cs typeface="Arial"/>
              </a:defRPr>
            </a:lvl3pPr>
            <a:lvl4pPr algn="l">
              <a:defRPr sz="2100" b="0">
                <a:solidFill>
                  <a:srgbClr val="173744"/>
                </a:solidFill>
                <a:latin typeface="Arial"/>
                <a:ea typeface="Arial"/>
                <a:cs typeface="Arial"/>
              </a:defRPr>
            </a:lvl4pPr>
            <a:lvl5pPr algn="l">
              <a:defRPr sz="2100" b="0">
                <a:solidFill>
                  <a:srgbClr val="173744"/>
                </a:solidFill>
                <a:latin typeface="Arial"/>
                <a:ea typeface="Arial"/>
                <a:cs typeface="Arial"/>
              </a:defRPr>
            </a:lvl5pPr>
            <a:lvl6pPr algn="l">
              <a:defRPr sz="2100" b="0">
                <a:solidFill>
                  <a:srgbClr val="173744"/>
                </a:solidFill>
                <a:latin typeface="Arial"/>
                <a:ea typeface="Arial"/>
                <a:cs typeface="Arial"/>
              </a:defRPr>
            </a:lvl6pPr>
            <a:lvl7pPr algn="l">
              <a:defRPr sz="2100" b="0">
                <a:solidFill>
                  <a:srgbClr val="173744"/>
                </a:solidFill>
                <a:latin typeface="Arial"/>
                <a:ea typeface="Arial"/>
                <a:cs typeface="Arial"/>
              </a:defRPr>
            </a:lvl7pPr>
            <a:lvl8pPr algn="l">
              <a:defRPr sz="2100" b="0">
                <a:solidFill>
                  <a:srgbClr val="173744"/>
                </a:solidFill>
                <a:latin typeface="Arial"/>
                <a:ea typeface="Arial"/>
                <a:cs typeface="Arial"/>
              </a:defRPr>
            </a:lvl8pPr>
            <a:lvl9pPr algn="l">
              <a:defRPr sz="2100" b="0">
                <a:solidFill>
                  <a:srgbClr val="173744"/>
                </a:solidFill>
                <a:latin typeface="Arial"/>
                <a:ea typeface="Arial"/>
                <a:cs typeface="Arial"/>
              </a:defRPr>
            </a:lvl9pPr>
          </a:lstStyle>
          <a:p xmlns:a="http://schemas.openxmlformats.org/drawingml/2006/main">
            <a:pPr algn="l">
              <a:defRPr sz="2100" b="0">
                <a:solidFill>
                  <a:srgbClr val="173744"/>
                </a:solidFill>
                <a:latin typeface="Arial"/>
                <a:ea typeface="Arial"/>
                <a:cs typeface="Arial"/>
              </a:defRPr>
            </a:pPr>
            <a:r>
              <a:rPr sz="2100" b="0">
                <a:solidFill>
                  <a:srgbClr val="173744"/>
                </a:solidFill>
                <a:latin typeface="Arial"/>
                <a:ea typeface="Arial"/>
                <a:cs typeface="Arial"/>
              </a:rPr>
              <a:t>Avisos y colaboración. Comparables sujetos a una fuente validada de adjudicaciones.</a:t>
            </a:r>
          </a:p>
        </p:txBody>
      </p:sp>
    </p:spTree>
    <p:extLst>
      <p:ext uri="{BB962C8B-B14F-4D97-AF65-F5344CB8AC3E}">
        <p14:creationId xmlns:p14="http://schemas.microsoft.com/office/powerpoint/2010/main" val="871552494"/>
      </p:ext>
    </p:extLst>
  </p:cSld>
</p:sld>
</file>

<file path=ppt/slides/slide1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text-86">
            <a:extLst xmlns:a="http://schemas.openxmlformats.org/drawingml/2006/main">
              <a:ext uri="{FF2B5EF4-FFF2-40B4-BE49-F238E27FC236}">
                <a16:creationId xmlns:a16="http://schemas.microsoft.com/office/drawing/2014/main" id="{F1974FA4-4BA9-4651-BA59-322FCF26A851}"/>
              </a:ext>
            </a:extLst>
          </p:cNvPr>
          <p:cNvSpPr>
            <a:spLocks xmlns:a="http://schemas.openxmlformats.org/drawingml/2006/main" noGrp="1"/>
          </p:cNvSpPr>
          <p:nvPr/>
        </p:nvSpPr>
        <p:spPr>
          <a:xfrm xmlns:a="http://schemas.openxmlformats.org/drawingml/2006/main">
            <a:off x="609600" y="4191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0B3043"/>
                </a:solidFill>
                <a:latin typeface="Arial"/>
                <a:ea typeface="Arial"/>
                <a:cs typeface="Arial"/>
              </a:defRPr>
            </a:defPPr>
            <a:lvl1pPr algn="l">
              <a:defRPr sz="3375" b="1">
                <a:solidFill>
                  <a:srgbClr val="0B3043"/>
                </a:solidFill>
                <a:latin typeface="Arial"/>
                <a:ea typeface="Arial"/>
                <a:cs typeface="Arial"/>
              </a:defRPr>
            </a:lvl1pPr>
            <a:lvl2pPr algn="l">
              <a:defRPr sz="3375" b="1">
                <a:solidFill>
                  <a:srgbClr val="0B3043"/>
                </a:solidFill>
                <a:latin typeface="Arial"/>
                <a:ea typeface="Arial"/>
                <a:cs typeface="Arial"/>
              </a:defRPr>
            </a:lvl2pPr>
            <a:lvl3pPr algn="l">
              <a:defRPr sz="3375" b="1">
                <a:solidFill>
                  <a:srgbClr val="0B3043"/>
                </a:solidFill>
                <a:latin typeface="Arial"/>
                <a:ea typeface="Arial"/>
                <a:cs typeface="Arial"/>
              </a:defRPr>
            </a:lvl3pPr>
            <a:lvl4pPr algn="l">
              <a:defRPr sz="3375" b="1">
                <a:solidFill>
                  <a:srgbClr val="0B3043"/>
                </a:solidFill>
                <a:latin typeface="Arial"/>
                <a:ea typeface="Arial"/>
                <a:cs typeface="Arial"/>
              </a:defRPr>
            </a:lvl4pPr>
            <a:lvl5pPr algn="l">
              <a:defRPr sz="3375" b="1">
                <a:solidFill>
                  <a:srgbClr val="0B3043"/>
                </a:solidFill>
                <a:latin typeface="Arial"/>
                <a:ea typeface="Arial"/>
                <a:cs typeface="Arial"/>
              </a:defRPr>
            </a:lvl5pPr>
            <a:lvl6pPr algn="l">
              <a:defRPr sz="3375" b="1">
                <a:solidFill>
                  <a:srgbClr val="0B3043"/>
                </a:solidFill>
                <a:latin typeface="Arial"/>
                <a:ea typeface="Arial"/>
                <a:cs typeface="Arial"/>
              </a:defRPr>
            </a:lvl6pPr>
            <a:lvl7pPr algn="l">
              <a:defRPr sz="3375" b="1">
                <a:solidFill>
                  <a:srgbClr val="0B3043"/>
                </a:solidFill>
                <a:latin typeface="Arial"/>
                <a:ea typeface="Arial"/>
                <a:cs typeface="Arial"/>
              </a:defRPr>
            </a:lvl7pPr>
            <a:lvl8pPr algn="l">
              <a:defRPr sz="3375" b="1">
                <a:solidFill>
                  <a:srgbClr val="0B3043"/>
                </a:solidFill>
                <a:latin typeface="Arial"/>
                <a:ea typeface="Arial"/>
                <a:cs typeface="Arial"/>
              </a:defRPr>
            </a:lvl8pPr>
            <a:lvl9pPr algn="l">
              <a:defRPr sz="3375" b="1">
                <a:solidFill>
                  <a:srgbClr val="0B3043"/>
                </a:solidFill>
                <a:latin typeface="Arial"/>
                <a:ea typeface="Arial"/>
                <a:cs typeface="Arial"/>
              </a:defRPr>
            </a:lvl9pPr>
          </a:lstStyle>
          <a:p xmlns:a="http://schemas.openxmlformats.org/drawingml/2006/main">
            <a:pPr algn="l">
              <a:defRPr sz="3375" b="1">
                <a:solidFill>
                  <a:srgbClr val="0B3043"/>
                </a:solidFill>
                <a:latin typeface="Arial"/>
                <a:ea typeface="Arial"/>
                <a:cs typeface="Arial"/>
              </a:defRPr>
            </a:pPr>
            <a:r>
              <a:rPr sz="3375" b="1">
                <a:solidFill>
                  <a:srgbClr val="0B3043"/>
                </a:solidFill>
                <a:latin typeface="Arial"/>
                <a:ea typeface="Arial"/>
                <a:cs typeface="Arial"/>
              </a:rPr>
              <a:t>Demostración y materiales</a:t>
            </a:r>
          </a:p>
        </p:txBody>
      </p:sp>
      <p:sp>
        <p:nvSpPr>
          <p:cNvPr id="2" name="text-87">
            <a:extLst xmlns:a="http://schemas.openxmlformats.org/drawingml/2006/main">
              <a:ext uri="{FF2B5EF4-FFF2-40B4-BE49-F238E27FC236}">
                <a16:creationId xmlns:a16="http://schemas.microsoft.com/office/drawing/2014/main" id="{5C9DD7DF-D556-47D6-B336-E41EE4BC21FA}"/>
              </a:ext>
            </a:extLst>
          </p:cNvPr>
          <p:cNvSpPr>
            <a:spLocks xmlns:a="http://schemas.openxmlformats.org/drawingml/2006/main" noGrp="1"/>
          </p:cNvSpPr>
          <p:nvPr/>
        </p:nvSpPr>
        <p:spPr>
          <a:xfrm xmlns:a="http://schemas.openxmlformats.org/drawingml/2006/main">
            <a:off x="609600" y="6419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57078"/>
                </a:solidFill>
                <a:latin typeface="Arial"/>
                <a:ea typeface="Arial"/>
                <a:cs typeface="Arial"/>
              </a:defRPr>
            </a:defPPr>
            <a:lvl1pPr algn="r">
              <a:defRPr sz="1125" b="0">
                <a:solidFill>
                  <a:srgbClr val="557078"/>
                </a:solidFill>
                <a:latin typeface="Arial"/>
                <a:ea typeface="Arial"/>
                <a:cs typeface="Arial"/>
              </a:defRPr>
            </a:lvl1pPr>
            <a:lvl2pPr algn="r">
              <a:defRPr sz="1125" b="0">
                <a:solidFill>
                  <a:srgbClr val="557078"/>
                </a:solidFill>
                <a:latin typeface="Arial"/>
                <a:ea typeface="Arial"/>
                <a:cs typeface="Arial"/>
              </a:defRPr>
            </a:lvl2pPr>
            <a:lvl3pPr algn="r">
              <a:defRPr sz="1125" b="0">
                <a:solidFill>
                  <a:srgbClr val="557078"/>
                </a:solidFill>
                <a:latin typeface="Arial"/>
                <a:ea typeface="Arial"/>
                <a:cs typeface="Arial"/>
              </a:defRPr>
            </a:lvl3pPr>
            <a:lvl4pPr algn="r">
              <a:defRPr sz="1125" b="0">
                <a:solidFill>
                  <a:srgbClr val="557078"/>
                </a:solidFill>
                <a:latin typeface="Arial"/>
                <a:ea typeface="Arial"/>
                <a:cs typeface="Arial"/>
              </a:defRPr>
            </a:lvl4pPr>
            <a:lvl5pPr algn="r">
              <a:defRPr sz="1125" b="0">
                <a:solidFill>
                  <a:srgbClr val="557078"/>
                </a:solidFill>
                <a:latin typeface="Arial"/>
                <a:ea typeface="Arial"/>
                <a:cs typeface="Arial"/>
              </a:defRPr>
            </a:lvl5pPr>
            <a:lvl6pPr algn="r">
              <a:defRPr sz="1125" b="0">
                <a:solidFill>
                  <a:srgbClr val="557078"/>
                </a:solidFill>
                <a:latin typeface="Arial"/>
                <a:ea typeface="Arial"/>
                <a:cs typeface="Arial"/>
              </a:defRPr>
            </a:lvl6pPr>
            <a:lvl7pPr algn="r">
              <a:defRPr sz="1125" b="0">
                <a:solidFill>
                  <a:srgbClr val="557078"/>
                </a:solidFill>
                <a:latin typeface="Arial"/>
                <a:ea typeface="Arial"/>
                <a:cs typeface="Arial"/>
              </a:defRPr>
            </a:lvl7pPr>
            <a:lvl8pPr algn="r">
              <a:defRPr sz="1125" b="0">
                <a:solidFill>
                  <a:srgbClr val="557078"/>
                </a:solidFill>
                <a:latin typeface="Arial"/>
                <a:ea typeface="Arial"/>
                <a:cs typeface="Arial"/>
              </a:defRPr>
            </a:lvl8pPr>
            <a:lvl9pPr algn="r">
              <a:defRPr sz="1125" b="0">
                <a:solidFill>
                  <a:srgbClr val="557078"/>
                </a:solidFill>
                <a:latin typeface="Arial"/>
                <a:ea typeface="Arial"/>
                <a:cs typeface="Arial"/>
              </a:defRPr>
            </a:lvl9pPr>
          </a:lstStyle>
          <a:p xmlns:a="http://schemas.openxmlformats.org/drawingml/2006/main">
            <a:pPr algn="r">
              <a:defRPr sz="1125" b="0">
                <a:solidFill>
                  <a:srgbClr val="557078"/>
                </a:solidFill>
                <a:latin typeface="Arial"/>
                <a:ea typeface="Arial"/>
                <a:cs typeface="Arial"/>
              </a:defRPr>
            </a:pPr>
            <a:r>
              <a:rPr sz="1125" b="0">
                <a:solidFill>
                  <a:srgbClr val="557078"/>
                </a:solidFill>
                <a:latin typeface="Arial"/>
                <a:ea typeface="Arial"/>
                <a:cs typeface="Arial"/>
              </a:rPr>
              <a:t>Borrador v0.9.0   /   12</a:t>
            </a:r>
          </a:p>
        </p:txBody>
      </p:sp>
      <p:sp>
        <p:nvSpPr>
          <p:cNvPr id="3" name="text-88">
            <a:extLst xmlns:a="http://schemas.openxmlformats.org/drawingml/2006/main">
              <a:ext uri="{FF2B5EF4-FFF2-40B4-BE49-F238E27FC236}">
                <a16:creationId xmlns:a16="http://schemas.microsoft.com/office/drawing/2014/main" id="{D3EF6C85-9C17-4DA9-BE1B-AB7991358B12}"/>
              </a:ext>
            </a:extLst>
          </p:cNvPr>
          <p:cNvSpPr>
            <a:spLocks xmlns:a="http://schemas.openxmlformats.org/drawingml/2006/main" noGrp="1"/>
          </p:cNvSpPr>
          <p:nvPr/>
        </p:nvSpPr>
        <p:spPr>
          <a:xfrm xmlns:a="http://schemas.openxmlformats.org/drawingml/2006/main">
            <a:off x="609600" y="17145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B3043"/>
                </a:solidFill>
                <a:latin typeface="Arial"/>
                <a:ea typeface="Arial"/>
                <a:cs typeface="Arial"/>
              </a:defRPr>
            </a:defPPr>
            <a:lvl1pPr algn="l">
              <a:defRPr sz="3600" b="1">
                <a:solidFill>
                  <a:srgbClr val="0B3043"/>
                </a:solidFill>
                <a:latin typeface="Arial"/>
                <a:ea typeface="Arial"/>
                <a:cs typeface="Arial"/>
              </a:defRPr>
            </a:lvl1pPr>
            <a:lvl2pPr algn="l">
              <a:defRPr sz="3600" b="1">
                <a:solidFill>
                  <a:srgbClr val="0B3043"/>
                </a:solidFill>
                <a:latin typeface="Arial"/>
                <a:ea typeface="Arial"/>
                <a:cs typeface="Arial"/>
              </a:defRPr>
            </a:lvl2pPr>
            <a:lvl3pPr algn="l">
              <a:defRPr sz="3600" b="1">
                <a:solidFill>
                  <a:srgbClr val="0B3043"/>
                </a:solidFill>
                <a:latin typeface="Arial"/>
                <a:ea typeface="Arial"/>
                <a:cs typeface="Arial"/>
              </a:defRPr>
            </a:lvl3pPr>
            <a:lvl4pPr algn="l">
              <a:defRPr sz="3600" b="1">
                <a:solidFill>
                  <a:srgbClr val="0B3043"/>
                </a:solidFill>
                <a:latin typeface="Arial"/>
                <a:ea typeface="Arial"/>
                <a:cs typeface="Arial"/>
              </a:defRPr>
            </a:lvl4pPr>
            <a:lvl5pPr algn="l">
              <a:defRPr sz="3600" b="1">
                <a:solidFill>
                  <a:srgbClr val="0B3043"/>
                </a:solidFill>
                <a:latin typeface="Arial"/>
                <a:ea typeface="Arial"/>
                <a:cs typeface="Arial"/>
              </a:defRPr>
            </a:lvl5pPr>
            <a:lvl6pPr algn="l">
              <a:defRPr sz="3600" b="1">
                <a:solidFill>
                  <a:srgbClr val="0B3043"/>
                </a:solidFill>
                <a:latin typeface="Arial"/>
                <a:ea typeface="Arial"/>
                <a:cs typeface="Arial"/>
              </a:defRPr>
            </a:lvl6pPr>
            <a:lvl7pPr algn="l">
              <a:defRPr sz="3600" b="1">
                <a:solidFill>
                  <a:srgbClr val="0B3043"/>
                </a:solidFill>
                <a:latin typeface="Arial"/>
                <a:ea typeface="Arial"/>
                <a:cs typeface="Arial"/>
              </a:defRPr>
            </a:lvl7pPr>
            <a:lvl8pPr algn="l">
              <a:defRPr sz="3600" b="1">
                <a:solidFill>
                  <a:srgbClr val="0B3043"/>
                </a:solidFill>
                <a:latin typeface="Arial"/>
                <a:ea typeface="Arial"/>
                <a:cs typeface="Arial"/>
              </a:defRPr>
            </a:lvl8pPr>
            <a:lvl9pPr algn="l">
              <a:defRPr sz="3600" b="1">
                <a:solidFill>
                  <a:srgbClr val="0B3043"/>
                </a:solidFill>
                <a:latin typeface="Arial"/>
                <a:ea typeface="Arial"/>
                <a:cs typeface="Arial"/>
              </a:defRPr>
            </a:lvl9pPr>
          </a:lstStyle>
          <a:p xmlns:a="http://schemas.openxmlformats.org/drawingml/2006/main">
            <a:pPr algn="l">
              <a:defRPr sz="3600" b="1">
                <a:solidFill>
                  <a:srgbClr val="0B3043"/>
                </a:solidFill>
                <a:latin typeface="Arial"/>
                <a:ea typeface="Arial"/>
                <a:cs typeface="Arial"/>
              </a:defRPr>
            </a:pPr>
            <a:r>
              <a:rPr sz="3600" b="1">
                <a:solidFill>
                  <a:srgbClr val="0B3043"/>
                </a:solidFill>
                <a:latin typeface="Arial"/>
                <a:ea typeface="Arial"/>
                <a:cs typeface="Arial"/>
              </a:rPr>
              <a:t>Brújula TI revisa un concurso y conserva su decisión</a:t>
            </a:r>
          </a:p>
        </p:txBody>
      </p:sp>
      <p:sp>
        <p:nvSpPr>
          <p:cNvPr id="4" name="text-89">
            <a:extLst xmlns:a="http://schemas.openxmlformats.org/drawingml/2006/main">
              <a:ext uri="{FF2B5EF4-FFF2-40B4-BE49-F238E27FC236}">
                <a16:creationId xmlns:a16="http://schemas.microsoft.com/office/drawing/2014/main" id="{3E0853F3-91BB-4ADE-88E4-A0FBE67DAE12}"/>
              </a:ext>
            </a:extLst>
          </p:cNvPr>
          <p:cNvSpPr>
            <a:spLocks xmlns:a="http://schemas.openxmlformats.org/drawingml/2006/main" noGrp="1"/>
          </p:cNvSpPr>
          <p:nvPr/>
        </p:nvSpPr>
        <p:spPr>
          <a:xfrm xmlns:a="http://schemas.openxmlformats.org/drawingml/2006/main">
            <a:off x="609600" y="3162300"/>
            <a:ext cx="10696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57078"/>
                </a:solidFill>
                <a:latin typeface="Arial"/>
                <a:ea typeface="Arial"/>
                <a:cs typeface="Arial"/>
              </a:defRPr>
            </a:defPPr>
            <a:lvl1pPr algn="l">
              <a:defRPr sz="2175" b="0">
                <a:solidFill>
                  <a:srgbClr val="557078"/>
                </a:solidFill>
                <a:latin typeface="Arial"/>
                <a:ea typeface="Arial"/>
                <a:cs typeface="Arial"/>
              </a:defRPr>
            </a:lvl1pPr>
            <a:lvl2pPr algn="l">
              <a:defRPr sz="2175" b="0">
                <a:solidFill>
                  <a:srgbClr val="557078"/>
                </a:solidFill>
                <a:latin typeface="Arial"/>
                <a:ea typeface="Arial"/>
                <a:cs typeface="Arial"/>
              </a:defRPr>
            </a:lvl2pPr>
            <a:lvl3pPr algn="l">
              <a:defRPr sz="2175" b="0">
                <a:solidFill>
                  <a:srgbClr val="557078"/>
                </a:solidFill>
                <a:latin typeface="Arial"/>
                <a:ea typeface="Arial"/>
                <a:cs typeface="Arial"/>
              </a:defRPr>
            </a:lvl3pPr>
            <a:lvl4pPr algn="l">
              <a:defRPr sz="2175" b="0">
                <a:solidFill>
                  <a:srgbClr val="557078"/>
                </a:solidFill>
                <a:latin typeface="Arial"/>
                <a:ea typeface="Arial"/>
                <a:cs typeface="Arial"/>
              </a:defRPr>
            </a:lvl4pPr>
            <a:lvl5pPr algn="l">
              <a:defRPr sz="2175" b="0">
                <a:solidFill>
                  <a:srgbClr val="557078"/>
                </a:solidFill>
                <a:latin typeface="Arial"/>
                <a:ea typeface="Arial"/>
                <a:cs typeface="Arial"/>
              </a:defRPr>
            </a:lvl5pPr>
            <a:lvl6pPr algn="l">
              <a:defRPr sz="2175" b="0">
                <a:solidFill>
                  <a:srgbClr val="557078"/>
                </a:solidFill>
                <a:latin typeface="Arial"/>
                <a:ea typeface="Arial"/>
                <a:cs typeface="Arial"/>
              </a:defRPr>
            </a:lvl6pPr>
            <a:lvl7pPr algn="l">
              <a:defRPr sz="2175" b="0">
                <a:solidFill>
                  <a:srgbClr val="557078"/>
                </a:solidFill>
                <a:latin typeface="Arial"/>
                <a:ea typeface="Arial"/>
                <a:cs typeface="Arial"/>
              </a:defRPr>
            </a:lvl7pPr>
            <a:lvl8pPr algn="l">
              <a:defRPr sz="2175" b="0">
                <a:solidFill>
                  <a:srgbClr val="557078"/>
                </a:solidFill>
                <a:latin typeface="Arial"/>
                <a:ea typeface="Arial"/>
                <a:cs typeface="Arial"/>
              </a:defRPr>
            </a:lvl8pPr>
            <a:lvl9pPr algn="l">
              <a:defRPr sz="2175" b="0">
                <a:solidFill>
                  <a:srgbClr val="557078"/>
                </a:solidFill>
                <a:latin typeface="Arial"/>
                <a:ea typeface="Arial"/>
                <a:cs typeface="Arial"/>
              </a:defRPr>
            </a:lvl9pPr>
          </a:lstStyle>
          <a:p xmlns:a="http://schemas.openxmlformats.org/drawingml/2006/main">
            <a:pPr algn="l">
              <a:defRPr sz="2175" b="0">
                <a:solidFill>
                  <a:srgbClr val="557078"/>
                </a:solidFill>
                <a:latin typeface="Arial"/>
                <a:ea typeface="Arial"/>
                <a:cs typeface="Arial"/>
              </a:defRPr>
            </a:pPr>
            <a:r>
              <a:rPr sz="2175" b="0">
                <a:solidFill>
                  <a:srgbClr val="557078"/>
                </a:solidFill>
                <a:latin typeface="Arial"/>
                <a:ea typeface="Arial"/>
                <a:cs typeface="Arial"/>
              </a:rPr>
              <a:t>Escenario ficticio en una base exclusiva de demostración</a:t>
            </a:r>
          </a:p>
        </p:txBody>
      </p:sp>
      <p:sp>
        <p:nvSpPr>
          <p:cNvPr id="5" name="text-90">
            <a:extLst xmlns:a="http://schemas.openxmlformats.org/drawingml/2006/main">
              <a:ext uri="{FF2B5EF4-FFF2-40B4-BE49-F238E27FC236}">
                <a16:creationId xmlns:a16="http://schemas.microsoft.com/office/drawing/2014/main" id="{733F9B52-4297-4B30-A951-8C5FD644ADF5}"/>
              </a:ext>
            </a:extLst>
          </p:cNvPr>
          <p:cNvSpPr>
            <a:spLocks xmlns:a="http://schemas.openxmlformats.org/drawingml/2006/main" noGrp="1"/>
          </p:cNvSpPr>
          <p:nvPr/>
        </p:nvSpPr>
        <p:spPr>
          <a:xfrm xmlns:a="http://schemas.openxmlformats.org/drawingml/2006/main">
            <a:off x="609600" y="42481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F7B"/>
                </a:solidFill>
                <a:latin typeface="Arial"/>
                <a:ea typeface="Arial"/>
                <a:cs typeface="Arial"/>
              </a:defRPr>
            </a:defPPr>
            <a:lvl1pPr algn="l">
              <a:defRPr sz="1800" b="1">
                <a:solidFill>
                  <a:srgbClr val="008F7B"/>
                </a:solidFill>
                <a:latin typeface="Arial"/>
                <a:ea typeface="Arial"/>
                <a:cs typeface="Arial"/>
              </a:defRPr>
            </a:lvl1pPr>
            <a:lvl2pPr algn="l">
              <a:defRPr sz="1800" b="1">
                <a:solidFill>
                  <a:srgbClr val="008F7B"/>
                </a:solidFill>
                <a:latin typeface="Arial"/>
                <a:ea typeface="Arial"/>
                <a:cs typeface="Arial"/>
              </a:defRPr>
            </a:lvl2pPr>
            <a:lvl3pPr algn="l">
              <a:defRPr sz="1800" b="1">
                <a:solidFill>
                  <a:srgbClr val="008F7B"/>
                </a:solidFill>
                <a:latin typeface="Arial"/>
                <a:ea typeface="Arial"/>
                <a:cs typeface="Arial"/>
              </a:defRPr>
            </a:lvl3pPr>
            <a:lvl4pPr algn="l">
              <a:defRPr sz="1800" b="1">
                <a:solidFill>
                  <a:srgbClr val="008F7B"/>
                </a:solidFill>
                <a:latin typeface="Arial"/>
                <a:ea typeface="Arial"/>
                <a:cs typeface="Arial"/>
              </a:defRPr>
            </a:lvl4pPr>
            <a:lvl5pPr algn="l">
              <a:defRPr sz="1800" b="1">
                <a:solidFill>
                  <a:srgbClr val="008F7B"/>
                </a:solidFill>
                <a:latin typeface="Arial"/>
                <a:ea typeface="Arial"/>
                <a:cs typeface="Arial"/>
              </a:defRPr>
            </a:lvl5pPr>
            <a:lvl6pPr algn="l">
              <a:defRPr sz="1800" b="1">
                <a:solidFill>
                  <a:srgbClr val="008F7B"/>
                </a:solidFill>
                <a:latin typeface="Arial"/>
                <a:ea typeface="Arial"/>
                <a:cs typeface="Arial"/>
              </a:defRPr>
            </a:lvl6pPr>
            <a:lvl7pPr algn="l">
              <a:defRPr sz="1800" b="1">
                <a:solidFill>
                  <a:srgbClr val="008F7B"/>
                </a:solidFill>
                <a:latin typeface="Arial"/>
                <a:ea typeface="Arial"/>
                <a:cs typeface="Arial"/>
              </a:defRPr>
            </a:lvl7pPr>
            <a:lvl8pPr algn="l">
              <a:defRPr sz="1800" b="1">
                <a:solidFill>
                  <a:srgbClr val="008F7B"/>
                </a:solidFill>
                <a:latin typeface="Arial"/>
                <a:ea typeface="Arial"/>
                <a:cs typeface="Arial"/>
              </a:defRPr>
            </a:lvl8pPr>
            <a:lvl9pPr algn="l">
              <a:defRPr sz="1800" b="1">
                <a:solidFill>
                  <a:srgbClr val="008F7B"/>
                </a:solidFill>
                <a:latin typeface="Arial"/>
                <a:ea typeface="Arial"/>
                <a:cs typeface="Arial"/>
              </a:defRPr>
            </a:lvl9pPr>
          </a:lstStyle>
          <a:p xmlns:a="http://schemas.openxmlformats.org/drawingml/2006/main">
            <a:pPr algn="l">
              <a:defRPr sz="1800" b="1">
                <a:solidFill>
                  <a:srgbClr val="008F7B"/>
                </a:solidFill>
                <a:latin typeface="Arial"/>
                <a:ea typeface="Arial"/>
                <a:cs typeface="Arial"/>
              </a:defRPr>
            </a:pPr>
            <a:r>
              <a:rPr sz="1800" b="1">
                <a:solidFill>
                  <a:srgbClr val="008F7B"/>
                </a:solidFill>
                <a:latin typeface="Arial"/>
                <a:ea typeface="Arial"/>
                <a:cs typeface="Arial"/>
                <a:hlinkClick xmlns:r="http://schemas.openxmlformats.org/officeDocument/2006/relationships" r:id="R7ef62c83356740e9"/>
              </a:rPr>
              <a:t>Repositorio y guía de instalación</a:t>
            </a:r>
          </a:p>
        </p:txBody>
      </p:sp>
      <p:sp>
        <p:nvSpPr>
          <p:cNvPr id="6" name="text-91">
            <a:extLst xmlns:a="http://schemas.openxmlformats.org/drawingml/2006/main">
              <a:ext uri="{FF2B5EF4-FFF2-40B4-BE49-F238E27FC236}">
                <a16:creationId xmlns:a16="http://schemas.microsoft.com/office/drawing/2014/main" id="{D0E20895-9AD0-486C-BD03-BF8B0CF1CD5B}"/>
              </a:ext>
            </a:extLst>
          </p:cNvPr>
          <p:cNvSpPr>
            <a:spLocks xmlns:a="http://schemas.openxmlformats.org/drawingml/2006/main" noGrp="1"/>
          </p:cNvSpPr>
          <p:nvPr/>
        </p:nvSpPr>
        <p:spPr>
          <a:xfrm xmlns:a="http://schemas.openxmlformats.org/drawingml/2006/main">
            <a:off x="609600" y="48387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F7B"/>
                </a:solidFill>
                <a:latin typeface="Arial"/>
                <a:ea typeface="Arial"/>
                <a:cs typeface="Arial"/>
              </a:defRPr>
            </a:defPPr>
            <a:lvl1pPr algn="l">
              <a:defRPr sz="1800" b="1">
                <a:solidFill>
                  <a:srgbClr val="008F7B"/>
                </a:solidFill>
                <a:latin typeface="Arial"/>
                <a:ea typeface="Arial"/>
                <a:cs typeface="Arial"/>
              </a:defRPr>
            </a:lvl1pPr>
            <a:lvl2pPr algn="l">
              <a:defRPr sz="1800" b="1">
                <a:solidFill>
                  <a:srgbClr val="008F7B"/>
                </a:solidFill>
                <a:latin typeface="Arial"/>
                <a:ea typeface="Arial"/>
                <a:cs typeface="Arial"/>
              </a:defRPr>
            </a:lvl2pPr>
            <a:lvl3pPr algn="l">
              <a:defRPr sz="1800" b="1">
                <a:solidFill>
                  <a:srgbClr val="008F7B"/>
                </a:solidFill>
                <a:latin typeface="Arial"/>
                <a:ea typeface="Arial"/>
                <a:cs typeface="Arial"/>
              </a:defRPr>
            </a:lvl3pPr>
            <a:lvl4pPr algn="l">
              <a:defRPr sz="1800" b="1">
                <a:solidFill>
                  <a:srgbClr val="008F7B"/>
                </a:solidFill>
                <a:latin typeface="Arial"/>
                <a:ea typeface="Arial"/>
                <a:cs typeface="Arial"/>
              </a:defRPr>
            </a:lvl4pPr>
            <a:lvl5pPr algn="l">
              <a:defRPr sz="1800" b="1">
                <a:solidFill>
                  <a:srgbClr val="008F7B"/>
                </a:solidFill>
                <a:latin typeface="Arial"/>
                <a:ea typeface="Arial"/>
                <a:cs typeface="Arial"/>
              </a:defRPr>
            </a:lvl5pPr>
            <a:lvl6pPr algn="l">
              <a:defRPr sz="1800" b="1">
                <a:solidFill>
                  <a:srgbClr val="008F7B"/>
                </a:solidFill>
                <a:latin typeface="Arial"/>
                <a:ea typeface="Arial"/>
                <a:cs typeface="Arial"/>
              </a:defRPr>
            </a:lvl6pPr>
            <a:lvl7pPr algn="l">
              <a:defRPr sz="1800" b="1">
                <a:solidFill>
                  <a:srgbClr val="008F7B"/>
                </a:solidFill>
                <a:latin typeface="Arial"/>
                <a:ea typeface="Arial"/>
                <a:cs typeface="Arial"/>
              </a:defRPr>
            </a:lvl7pPr>
            <a:lvl8pPr algn="l">
              <a:defRPr sz="1800" b="1">
                <a:solidFill>
                  <a:srgbClr val="008F7B"/>
                </a:solidFill>
                <a:latin typeface="Arial"/>
                <a:ea typeface="Arial"/>
                <a:cs typeface="Arial"/>
              </a:defRPr>
            </a:lvl8pPr>
            <a:lvl9pPr algn="l">
              <a:defRPr sz="1800" b="1">
                <a:solidFill>
                  <a:srgbClr val="008F7B"/>
                </a:solidFill>
                <a:latin typeface="Arial"/>
                <a:ea typeface="Arial"/>
                <a:cs typeface="Arial"/>
              </a:defRPr>
            </a:lvl9pPr>
          </a:lstStyle>
          <a:p xmlns:a="http://schemas.openxmlformats.org/drawingml/2006/main">
            <a:pPr algn="l">
              <a:defRPr sz="1800" b="1">
                <a:solidFill>
                  <a:srgbClr val="008F7B"/>
                </a:solidFill>
                <a:latin typeface="Arial"/>
                <a:ea typeface="Arial"/>
                <a:cs typeface="Arial"/>
              </a:defRPr>
            </a:pPr>
            <a:r>
              <a:rPr sz="1800" b="1">
                <a:solidFill>
                  <a:srgbClr val="008F7B"/>
                </a:solidFill>
                <a:latin typeface="Arial"/>
                <a:ea typeface="Arial"/>
                <a:cs typeface="Arial"/>
                <a:hlinkClick xmlns:r="http://schemas.openxmlformats.org/officeDocument/2006/relationships" r:id="R6bde2ecc9cf24b4c"/>
              </a:rPr>
              <a:t>Video de demostración</a:t>
            </a:r>
          </a:p>
        </p:txBody>
      </p:sp>
      <p:sp>
        <p:nvSpPr>
          <p:cNvPr id="7" name="text-92">
            <a:extLst xmlns:a="http://schemas.openxmlformats.org/drawingml/2006/main">
              <a:ext uri="{FF2B5EF4-FFF2-40B4-BE49-F238E27FC236}">
                <a16:creationId xmlns:a16="http://schemas.microsoft.com/office/drawing/2014/main" id="{CE64D93D-A446-40F4-A7D2-1B2EA68B9BD7}"/>
              </a:ext>
            </a:extLst>
          </p:cNvPr>
          <p:cNvSpPr>
            <a:spLocks xmlns:a="http://schemas.openxmlformats.org/drawingml/2006/main" noGrp="1"/>
          </p:cNvSpPr>
          <p:nvPr/>
        </p:nvSpPr>
        <p:spPr>
          <a:xfrm xmlns:a="http://schemas.openxmlformats.org/drawingml/2006/main">
            <a:off x="609600" y="5629275"/>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3744"/>
                </a:solidFill>
                <a:latin typeface="Arial"/>
                <a:ea typeface="Arial"/>
                <a:cs typeface="Arial"/>
              </a:defRPr>
            </a:defPPr>
            <a:lvl1pPr algn="l">
              <a:defRPr sz="2175" b="0">
                <a:solidFill>
                  <a:srgbClr val="173744"/>
                </a:solidFill>
                <a:latin typeface="Arial"/>
                <a:ea typeface="Arial"/>
                <a:cs typeface="Arial"/>
              </a:defRPr>
            </a:lvl1pPr>
            <a:lvl2pPr algn="l">
              <a:defRPr sz="2175" b="0">
                <a:solidFill>
                  <a:srgbClr val="173744"/>
                </a:solidFill>
                <a:latin typeface="Arial"/>
                <a:ea typeface="Arial"/>
                <a:cs typeface="Arial"/>
              </a:defRPr>
            </a:lvl2pPr>
            <a:lvl3pPr algn="l">
              <a:defRPr sz="2175" b="0">
                <a:solidFill>
                  <a:srgbClr val="173744"/>
                </a:solidFill>
                <a:latin typeface="Arial"/>
                <a:ea typeface="Arial"/>
                <a:cs typeface="Arial"/>
              </a:defRPr>
            </a:lvl3pPr>
            <a:lvl4pPr algn="l">
              <a:defRPr sz="2175" b="0">
                <a:solidFill>
                  <a:srgbClr val="173744"/>
                </a:solidFill>
                <a:latin typeface="Arial"/>
                <a:ea typeface="Arial"/>
                <a:cs typeface="Arial"/>
              </a:defRPr>
            </a:lvl4pPr>
            <a:lvl5pPr algn="l">
              <a:defRPr sz="2175" b="0">
                <a:solidFill>
                  <a:srgbClr val="173744"/>
                </a:solidFill>
                <a:latin typeface="Arial"/>
                <a:ea typeface="Arial"/>
                <a:cs typeface="Arial"/>
              </a:defRPr>
            </a:lvl5pPr>
            <a:lvl6pPr algn="l">
              <a:defRPr sz="2175" b="0">
                <a:solidFill>
                  <a:srgbClr val="173744"/>
                </a:solidFill>
                <a:latin typeface="Arial"/>
                <a:ea typeface="Arial"/>
                <a:cs typeface="Arial"/>
              </a:defRPr>
            </a:lvl6pPr>
            <a:lvl7pPr algn="l">
              <a:defRPr sz="2175" b="0">
                <a:solidFill>
                  <a:srgbClr val="173744"/>
                </a:solidFill>
                <a:latin typeface="Arial"/>
                <a:ea typeface="Arial"/>
                <a:cs typeface="Arial"/>
              </a:defRPr>
            </a:lvl7pPr>
            <a:lvl8pPr algn="l">
              <a:defRPr sz="2175" b="0">
                <a:solidFill>
                  <a:srgbClr val="173744"/>
                </a:solidFill>
                <a:latin typeface="Arial"/>
                <a:ea typeface="Arial"/>
                <a:cs typeface="Arial"/>
              </a:defRPr>
            </a:lvl8pPr>
            <a:lvl9pPr algn="l">
              <a:defRPr sz="2175" b="0">
                <a:solidFill>
                  <a:srgbClr val="173744"/>
                </a:solidFill>
                <a:latin typeface="Arial"/>
                <a:ea typeface="Arial"/>
                <a:cs typeface="Arial"/>
              </a:defRPr>
            </a:lvl9pPr>
          </a:lstStyle>
          <a:p xmlns:a="http://schemas.openxmlformats.org/drawingml/2006/main">
            <a:pPr algn="l">
              <a:defRPr sz="2175" b="0">
                <a:solidFill>
                  <a:srgbClr val="173744"/>
                </a:solidFill>
                <a:latin typeface="Arial"/>
                <a:ea typeface="Arial"/>
                <a:cs typeface="Arial"/>
              </a:defRPr>
            </a:pPr>
            <a:r>
              <a:rPr sz="2175" b="0">
                <a:solidFill>
                  <a:srgbClr val="173744"/>
                </a:solidFill>
                <a:latin typeface="Arial"/>
                <a:ea typeface="Arial"/>
                <a:cs typeface="Arial"/>
              </a:rPr>
              <a:t>La empresa retoma su revisión con la evidencia y su decisión a mano.</a:t>
            </a:r>
          </a:p>
        </p:txBody>
      </p:sp>
    </p:spTree>
    <p:extLst>
      <p:ext uri="{BB962C8B-B14F-4D97-AF65-F5344CB8AC3E}">
        <p14:creationId xmlns:p14="http://schemas.microsoft.com/office/powerpoint/2010/main" val="16348874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2026-10-21T12:03:03.8510000Z</dcterms:created>
  <dcterms:modified xsi:type="dcterms:W3CDTF">2026-10-21T12:03:03.8510000Z</dcterms:modified>
</coreProperties>
</file>